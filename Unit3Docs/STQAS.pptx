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10" r:id="rId5"/>
    <p:sldId id="309" r:id="rId6"/>
    <p:sldId id="306" r:id="rId7"/>
    <p:sldId id="312" r:id="rId8"/>
    <p:sldId id="315" r:id="rId9"/>
    <p:sldId id="305" r:id="rId10"/>
    <p:sldId id="314" r:id="rId11"/>
    <p:sldId id="316" r:id="rId12"/>
    <p:sldId id="317" r:id="rId13"/>
    <p:sldId id="318" r:id="rId14"/>
    <p:sldId id="319" r:id="rId15"/>
    <p:sldId id="320" r:id="rId16"/>
    <p:sldId id="303" r:id="rId17"/>
    <p:sldId id="321" r:id="rId18"/>
    <p:sldId id="322" r:id="rId19"/>
    <p:sldId id="323" r:id="rId20"/>
    <p:sldId id="300" r:id="rId21"/>
    <p:sldId id="302" r:id="rId22"/>
    <p:sldId id="324" r:id="rId23"/>
    <p:sldId id="29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4E6"/>
    <a:srgbClr val="E15E0D"/>
    <a:srgbClr val="2F9727"/>
    <a:srgbClr val="239B26"/>
    <a:srgbClr val="1DA136"/>
    <a:srgbClr val="F5FAE8"/>
    <a:srgbClr val="476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B36B52-6D15-4566-95CA-6CEEF90F420B}" v="44" dt="2026-05-21T20:30:17.313"/>
  </p1510:revLst>
</p1510:revInfo>
</file>

<file path=ppt/tableStyles.xml><?xml version="1.0" encoding="utf-8"?>
<a:tblStyleLst xmlns:a="http://schemas.openxmlformats.org/drawingml/2006/main" def="{9DCAF9ED-07DC-4A11-8D7F-57B35C25682E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>
        <p:scale>
          <a:sx n="100" d="100"/>
          <a:sy n="100" d="100"/>
        </p:scale>
        <p:origin x="990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we Chijioke" userId="73f41304142a3ee6" providerId="LiveId" clId="{D72AE91D-7061-4333-A0F9-2C56DA542F42}"/>
    <pc:docChg chg="undo custSel addSld delSld modSld sldOrd">
      <pc:chgData name="Igwe Chijioke" userId="73f41304142a3ee6" providerId="LiveId" clId="{D72AE91D-7061-4333-A0F9-2C56DA542F42}" dt="2026-05-21T20:44:52.179" v="4281" actId="20577"/>
      <pc:docMkLst>
        <pc:docMk/>
      </pc:docMkLst>
      <pc:sldChg chg="modSp mod">
        <pc:chgData name="Igwe Chijioke" userId="73f41304142a3ee6" providerId="LiveId" clId="{D72AE91D-7061-4333-A0F9-2C56DA542F42}" dt="2026-05-21T20:22:23.177" v="3928" actId="14826"/>
        <pc:sldMkLst>
          <pc:docMk/>
          <pc:sldMk cId="3010151088" sldId="298"/>
        </pc:sldMkLst>
        <pc:spChg chg="mod">
          <ac:chgData name="Igwe Chijioke" userId="73f41304142a3ee6" providerId="LiveId" clId="{D72AE91D-7061-4333-A0F9-2C56DA542F42}" dt="2026-05-21T20:21:59.419" v="3926" actId="20577"/>
          <ac:spMkLst>
            <pc:docMk/>
            <pc:sldMk cId="3010151088" sldId="298"/>
            <ac:spMk id="6" creationId="{75335026-4908-B82C-0C3C-4E5E0498CB6A}"/>
          </ac:spMkLst>
        </pc:spChg>
        <pc:picChg chg="mod">
          <ac:chgData name="Igwe Chijioke" userId="73f41304142a3ee6" providerId="LiveId" clId="{D72AE91D-7061-4333-A0F9-2C56DA542F42}" dt="2026-05-21T20:22:23.177" v="3928" actId="14826"/>
          <ac:picMkLst>
            <pc:docMk/>
            <pc:sldMk cId="3010151088" sldId="298"/>
            <ac:picMk id="15" creationId="{C59CFD32-0A41-78F6-63F2-D8BBA2F23D00}"/>
          </ac:picMkLst>
        </pc:picChg>
      </pc:sldChg>
      <pc:sldChg chg="del">
        <pc:chgData name="Igwe Chijioke" userId="73f41304142a3ee6" providerId="LiveId" clId="{D72AE91D-7061-4333-A0F9-2C56DA542F42}" dt="2026-05-21T20:21:39.115" v="3903" actId="2696"/>
        <pc:sldMkLst>
          <pc:docMk/>
          <pc:sldMk cId="2990327930" sldId="299"/>
        </pc:sldMkLst>
      </pc:sldChg>
      <pc:sldChg chg="addSp delSp modSp mod modClrScheme chgLayout">
        <pc:chgData name="Igwe Chijioke" userId="73f41304142a3ee6" providerId="LiveId" clId="{D72AE91D-7061-4333-A0F9-2C56DA542F42}" dt="2026-05-21T19:54:11.160" v="3702" actId="1076"/>
        <pc:sldMkLst>
          <pc:docMk/>
          <pc:sldMk cId="1884517732" sldId="300"/>
        </pc:sldMkLst>
        <pc:spChg chg="mod modVis">
          <ac:chgData name="Igwe Chijioke" userId="73f41304142a3ee6" providerId="LiveId" clId="{D72AE91D-7061-4333-A0F9-2C56DA542F42}" dt="2026-05-21T19:53:38.818" v="3696" actId="26606"/>
          <ac:spMkLst>
            <pc:docMk/>
            <pc:sldMk cId="1884517732" sldId="300"/>
            <ac:spMk id="2" creationId="{98B4D8E8-D0EF-11C8-495B-3876957CDB28}"/>
          </ac:spMkLst>
        </pc:spChg>
        <pc:spChg chg="mod">
          <ac:chgData name="Igwe Chijioke" userId="73f41304142a3ee6" providerId="LiveId" clId="{D72AE91D-7061-4333-A0F9-2C56DA542F42}" dt="2026-05-21T19:54:08.704" v="3701" actId="1076"/>
          <ac:spMkLst>
            <pc:docMk/>
            <pc:sldMk cId="1884517732" sldId="300"/>
            <ac:spMk id="3" creationId="{ED682336-2973-D5FA-2FBF-7B9AA0E56191}"/>
          </ac:spMkLst>
        </pc:spChg>
        <pc:spChg chg="add del mod">
          <ac:chgData name="Igwe Chijioke" userId="73f41304142a3ee6" providerId="LiveId" clId="{D72AE91D-7061-4333-A0F9-2C56DA542F42}" dt="2026-05-21T19:51:20.859" v="3682" actId="478"/>
          <ac:spMkLst>
            <pc:docMk/>
            <pc:sldMk cId="1884517732" sldId="300"/>
            <ac:spMk id="5" creationId="{65154874-2723-3314-EBDE-AFAEF3BF40A1}"/>
          </ac:spMkLst>
        </pc:spChg>
        <pc:spChg chg="del mod">
          <ac:chgData name="Igwe Chijioke" userId="73f41304142a3ee6" providerId="LiveId" clId="{D72AE91D-7061-4333-A0F9-2C56DA542F42}" dt="2026-05-21T19:51:18.269" v="3680" actId="478"/>
          <ac:spMkLst>
            <pc:docMk/>
            <pc:sldMk cId="1884517732" sldId="300"/>
            <ac:spMk id="8" creationId="{1944C2A3-12E7-A6E7-1D8A-9A1EC6331F24}"/>
          </ac:spMkLst>
        </pc:spChg>
        <pc:spChg chg="mod">
          <ac:chgData name="Igwe Chijioke" userId="73f41304142a3ee6" providerId="LiveId" clId="{D72AE91D-7061-4333-A0F9-2C56DA542F42}" dt="2026-05-21T19:54:11.160" v="3702" actId="1076"/>
          <ac:spMkLst>
            <pc:docMk/>
            <pc:sldMk cId="1884517732" sldId="300"/>
            <ac:spMk id="19" creationId="{622C2C2A-DE50-E0B7-C018-3DCB867E36AA}"/>
          </ac:spMkLst>
        </pc:spChg>
        <pc:picChg chg="mod ord">
          <ac:chgData name="Igwe Chijioke" userId="73f41304142a3ee6" providerId="LiveId" clId="{D72AE91D-7061-4333-A0F9-2C56DA542F42}" dt="2026-05-21T19:53:38.818" v="3696" actId="26606"/>
          <ac:picMkLst>
            <pc:docMk/>
            <pc:sldMk cId="1884517732" sldId="300"/>
            <ac:picMk id="60" creationId="{203BE455-3949-41E3-AD2E-8F6C87C38369}"/>
          </ac:picMkLst>
        </pc:picChg>
      </pc:sldChg>
      <pc:sldChg chg="del">
        <pc:chgData name="Igwe Chijioke" userId="73f41304142a3ee6" providerId="LiveId" clId="{D72AE91D-7061-4333-A0F9-2C56DA542F42}" dt="2026-05-21T19:47:45.209" v="3580" actId="2696"/>
        <pc:sldMkLst>
          <pc:docMk/>
          <pc:sldMk cId="3090091145" sldId="301"/>
        </pc:sldMkLst>
      </pc:sldChg>
      <pc:sldChg chg="modSp mod ord modClrScheme chgLayout">
        <pc:chgData name="Igwe Chijioke" userId="73f41304142a3ee6" providerId="LiveId" clId="{D72AE91D-7061-4333-A0F9-2C56DA542F42}" dt="2026-05-21T20:16:45.420" v="3902" actId="1076"/>
        <pc:sldMkLst>
          <pc:docMk/>
          <pc:sldMk cId="1070158568" sldId="302"/>
        </pc:sldMkLst>
        <pc:spChg chg="mod modVis">
          <ac:chgData name="Igwe Chijioke" userId="73f41304142a3ee6" providerId="LiveId" clId="{D72AE91D-7061-4333-A0F9-2C56DA542F42}" dt="2026-05-21T20:15:59.071" v="3897" actId="26606"/>
          <ac:spMkLst>
            <pc:docMk/>
            <pc:sldMk cId="1070158568" sldId="302"/>
            <ac:spMk id="2" creationId="{06EA18F1-1CB3-04BA-3FB2-530F2637A3F7}"/>
          </ac:spMkLst>
        </pc:spChg>
        <pc:spChg chg="mod">
          <ac:chgData name="Igwe Chijioke" userId="73f41304142a3ee6" providerId="LiveId" clId="{D72AE91D-7061-4333-A0F9-2C56DA542F42}" dt="2026-05-21T20:16:45.420" v="3902" actId="1076"/>
          <ac:spMkLst>
            <pc:docMk/>
            <pc:sldMk cId="1070158568" sldId="302"/>
            <ac:spMk id="7" creationId="{91C52C13-996F-4CF8-BBA5-F6CC233475A7}"/>
          </ac:spMkLst>
        </pc:spChg>
        <pc:spChg chg="mod">
          <ac:chgData name="Igwe Chijioke" userId="73f41304142a3ee6" providerId="LiveId" clId="{D72AE91D-7061-4333-A0F9-2C56DA542F42}" dt="2026-05-21T20:16:39.563" v="3901" actId="1076"/>
          <ac:spMkLst>
            <pc:docMk/>
            <pc:sldMk cId="1070158568" sldId="302"/>
            <ac:spMk id="25" creationId="{D353609C-AFD0-2BF5-05CC-2430B957436F}"/>
          </ac:spMkLst>
        </pc:spChg>
        <pc:picChg chg="mod">
          <ac:chgData name="Igwe Chijioke" userId="73f41304142a3ee6" providerId="LiveId" clId="{D72AE91D-7061-4333-A0F9-2C56DA542F42}" dt="2026-05-21T20:15:59.071" v="3897" actId="26606"/>
          <ac:picMkLst>
            <pc:docMk/>
            <pc:sldMk cId="1070158568" sldId="302"/>
            <ac:picMk id="19" creationId="{D6CFF55D-EA3F-6E9D-3301-8FFC1310C3BE}"/>
          </ac:picMkLst>
        </pc:picChg>
      </pc:sldChg>
      <pc:sldChg chg="addSp modSp mod">
        <pc:chgData name="Igwe Chijioke" userId="73f41304142a3ee6" providerId="LiveId" clId="{D72AE91D-7061-4333-A0F9-2C56DA542F42}" dt="2026-05-21T19:25:37.040" v="3022" actId="2710"/>
        <pc:sldMkLst>
          <pc:docMk/>
          <pc:sldMk cId="3299512980" sldId="303"/>
        </pc:sldMkLst>
        <pc:spChg chg="add mod">
          <ac:chgData name="Igwe Chijioke" userId="73f41304142a3ee6" providerId="LiveId" clId="{D72AE91D-7061-4333-A0F9-2C56DA542F42}" dt="2026-05-21T19:25:37.040" v="3022" actId="2710"/>
          <ac:spMkLst>
            <pc:docMk/>
            <pc:sldMk cId="3299512980" sldId="303"/>
            <ac:spMk id="4" creationId="{5C878BD6-1BF3-EBEB-41B2-CBE50DDD77D9}"/>
          </ac:spMkLst>
        </pc:spChg>
        <pc:spChg chg="mod">
          <ac:chgData name="Igwe Chijioke" userId="73f41304142a3ee6" providerId="LiveId" clId="{D72AE91D-7061-4333-A0F9-2C56DA542F42}" dt="2026-05-21T19:20:14.853" v="2611" actId="14100"/>
          <ac:spMkLst>
            <pc:docMk/>
            <pc:sldMk cId="3299512980" sldId="303"/>
            <ac:spMk id="6" creationId="{1A6EA623-FC3F-8EBD-1C1B-072A21C29610}"/>
          </ac:spMkLst>
        </pc:spChg>
        <pc:spChg chg="mod">
          <ac:chgData name="Igwe Chijioke" userId="73f41304142a3ee6" providerId="LiveId" clId="{D72AE91D-7061-4333-A0F9-2C56DA542F42}" dt="2026-05-21T19:23:16.611" v="2862" actId="120"/>
          <ac:spMkLst>
            <pc:docMk/>
            <pc:sldMk cId="3299512980" sldId="303"/>
            <ac:spMk id="7" creationId="{84BA4F5C-B74F-2580-2C17-9931DAB91933}"/>
          </ac:spMkLst>
        </pc:spChg>
        <pc:spChg chg="mod">
          <ac:chgData name="Igwe Chijioke" userId="73f41304142a3ee6" providerId="LiveId" clId="{D72AE91D-7061-4333-A0F9-2C56DA542F42}" dt="2026-05-21T19:25:32.322" v="3021" actId="2710"/>
          <ac:spMkLst>
            <pc:docMk/>
            <pc:sldMk cId="3299512980" sldId="303"/>
            <ac:spMk id="12" creationId="{8861FF45-BE19-75F7-FDF6-3CF0D85A8F09}"/>
          </ac:spMkLst>
        </pc:spChg>
      </pc:sldChg>
      <pc:sldChg chg="addSp delSp modSp mod modClrScheme chgLayout">
        <pc:chgData name="Igwe Chijioke" userId="73f41304142a3ee6" providerId="LiveId" clId="{D72AE91D-7061-4333-A0F9-2C56DA542F42}" dt="2026-05-21T18:22:21.595" v="2158" actId="14100"/>
        <pc:sldMkLst>
          <pc:docMk/>
          <pc:sldMk cId="2012878247" sldId="305"/>
        </pc:sldMkLst>
        <pc:spChg chg="mod ord">
          <ac:chgData name="Igwe Chijioke" userId="73f41304142a3ee6" providerId="LiveId" clId="{D72AE91D-7061-4333-A0F9-2C56DA542F42}" dt="2026-05-21T18:22:06.217" v="2156" actId="26606"/>
          <ac:spMkLst>
            <pc:docMk/>
            <pc:sldMk cId="2012878247" sldId="305"/>
            <ac:spMk id="2" creationId="{C0D15DC2-8425-2530-3D59-ABE5D5C4AD2E}"/>
          </ac:spMkLst>
        </pc:spChg>
        <pc:spChg chg="add mod ord">
          <ac:chgData name="Igwe Chijioke" userId="73f41304142a3ee6" providerId="LiveId" clId="{D72AE91D-7061-4333-A0F9-2C56DA542F42}" dt="2026-05-21T18:22:21.595" v="2158" actId="14100"/>
          <ac:spMkLst>
            <pc:docMk/>
            <pc:sldMk cId="2012878247" sldId="305"/>
            <ac:spMk id="4" creationId="{673A57F8-0FD2-3819-E334-3A54FA9919EE}"/>
          </ac:spMkLst>
        </pc:spChg>
        <pc:spChg chg="add del mod">
          <ac:chgData name="Igwe Chijioke" userId="73f41304142a3ee6" providerId="LiveId" clId="{D72AE91D-7061-4333-A0F9-2C56DA542F42}" dt="2026-05-21T18:10:54.341" v="1923" actId="478"/>
          <ac:spMkLst>
            <pc:docMk/>
            <pc:sldMk cId="2012878247" sldId="305"/>
            <ac:spMk id="6" creationId="{6C0C0172-0C7B-34C4-A505-E4122741BA49}"/>
          </ac:spMkLst>
        </pc:spChg>
        <pc:spChg chg="add mod">
          <ac:chgData name="Igwe Chijioke" userId="73f41304142a3ee6" providerId="LiveId" clId="{D72AE91D-7061-4333-A0F9-2C56DA542F42}" dt="2026-05-21T18:22:06.217" v="2156" actId="26606"/>
          <ac:spMkLst>
            <pc:docMk/>
            <pc:sldMk cId="2012878247" sldId="305"/>
            <ac:spMk id="8" creationId="{34A829FE-4490-F0F7-9BE3-844FBC4FFA4B}"/>
          </ac:spMkLst>
        </pc:spChg>
        <pc:spChg chg="mod">
          <ac:chgData name="Igwe Chijioke" userId="73f41304142a3ee6" providerId="LiveId" clId="{D72AE91D-7061-4333-A0F9-2C56DA542F42}" dt="2026-05-21T18:22:06.217" v="2156" actId="26606"/>
          <ac:spMkLst>
            <pc:docMk/>
            <pc:sldMk cId="2012878247" sldId="305"/>
            <ac:spMk id="21" creationId="{EAB21749-21E0-B555-8423-AF94BE383D1C}"/>
          </ac:spMkLst>
        </pc:spChg>
        <pc:spChg chg="del mod">
          <ac:chgData name="Igwe Chijioke" userId="73f41304142a3ee6" providerId="LiveId" clId="{D72AE91D-7061-4333-A0F9-2C56DA542F42}" dt="2026-05-21T18:10:24.400" v="1917" actId="478"/>
          <ac:spMkLst>
            <pc:docMk/>
            <pc:sldMk cId="2012878247" sldId="305"/>
            <ac:spMk id="27" creationId="{854D8B3F-08C4-D0CB-E6CA-ED66FFEA3221}"/>
          </ac:spMkLst>
        </pc:spChg>
        <pc:picChg chg="mod">
          <ac:chgData name="Igwe Chijioke" userId="73f41304142a3ee6" providerId="LiveId" clId="{D72AE91D-7061-4333-A0F9-2C56DA542F42}" dt="2026-05-21T18:22:06.217" v="2156" actId="26606"/>
          <ac:picMkLst>
            <pc:docMk/>
            <pc:sldMk cId="2012878247" sldId="305"/>
            <ac:picMk id="12" creationId="{C082290F-76CE-97A7-ECB5-83B0FEA27B37}"/>
          </ac:picMkLst>
        </pc:picChg>
      </pc:sldChg>
      <pc:sldChg chg="modSp mod">
        <pc:chgData name="Igwe Chijioke" userId="73f41304142a3ee6" providerId="LiveId" clId="{D72AE91D-7061-4333-A0F9-2C56DA542F42}" dt="2026-05-21T12:24:35.711" v="349" actId="14100"/>
        <pc:sldMkLst>
          <pc:docMk/>
          <pc:sldMk cId="654652765" sldId="306"/>
        </pc:sldMkLst>
        <pc:spChg chg="mod">
          <ac:chgData name="Igwe Chijioke" userId="73f41304142a3ee6" providerId="LiveId" clId="{D72AE91D-7061-4333-A0F9-2C56DA542F42}" dt="2026-05-21T12:24:35.711" v="349" actId="14100"/>
          <ac:spMkLst>
            <pc:docMk/>
            <pc:sldMk cId="654652765" sldId="306"/>
            <ac:spMk id="6" creationId="{932A0DF5-FA55-170E-0586-36FBC8F63AE4}"/>
          </ac:spMkLst>
        </pc:spChg>
        <pc:spChg chg="mod">
          <ac:chgData name="Igwe Chijioke" userId="73f41304142a3ee6" providerId="LiveId" clId="{D72AE91D-7061-4333-A0F9-2C56DA542F42}" dt="2026-05-21T12:24:17.594" v="347" actId="113"/>
          <ac:spMkLst>
            <pc:docMk/>
            <pc:sldMk cId="654652765" sldId="306"/>
            <ac:spMk id="50" creationId="{62192F0C-65C9-4E6D-9314-81FB7E4DB469}"/>
          </ac:spMkLst>
        </pc:spChg>
      </pc:sldChg>
      <pc:sldChg chg="delSp modSp mod">
        <pc:chgData name="Igwe Chijioke" userId="73f41304142a3ee6" providerId="LiveId" clId="{D72AE91D-7061-4333-A0F9-2C56DA542F42}" dt="2026-05-21T20:32:03.753" v="4277" actId="478"/>
        <pc:sldMkLst>
          <pc:docMk/>
          <pc:sldMk cId="3590292788" sldId="309"/>
        </pc:sldMkLst>
        <pc:spChg chg="mod">
          <ac:chgData name="Igwe Chijioke" userId="73f41304142a3ee6" providerId="LiveId" clId="{D72AE91D-7061-4333-A0F9-2C56DA542F42}" dt="2026-05-21T20:30:59.777" v="4275" actId="6549"/>
          <ac:spMkLst>
            <pc:docMk/>
            <pc:sldMk cId="3590292788" sldId="309"/>
            <ac:spMk id="4" creationId="{39D3AADE-5119-8CE2-0DD5-2BD7E3403288}"/>
          </ac:spMkLst>
        </pc:spChg>
        <pc:spChg chg="del mod">
          <ac:chgData name="Igwe Chijioke" userId="73f41304142a3ee6" providerId="LiveId" clId="{D72AE91D-7061-4333-A0F9-2C56DA542F42}" dt="2026-05-21T20:32:03.753" v="4277" actId="478"/>
          <ac:spMkLst>
            <pc:docMk/>
            <pc:sldMk cId="3590292788" sldId="309"/>
            <ac:spMk id="19" creationId="{E0E8875C-8FE5-DCE1-106E-5F34DFD1618E}"/>
          </ac:spMkLst>
        </pc:spChg>
        <pc:spChg chg="mod">
          <ac:chgData name="Igwe Chijioke" userId="73f41304142a3ee6" providerId="LiveId" clId="{D72AE91D-7061-4333-A0F9-2C56DA542F42}" dt="2026-05-21T20:30:53.707" v="4274" actId="207"/>
          <ac:spMkLst>
            <pc:docMk/>
            <pc:sldMk cId="3590292788" sldId="309"/>
            <ac:spMk id="47" creationId="{3F9E60C6-15AA-4C95-9519-652CD08A827C}"/>
          </ac:spMkLst>
        </pc:spChg>
        <pc:picChg chg="mod">
          <ac:chgData name="Igwe Chijioke" userId="73f41304142a3ee6" providerId="LiveId" clId="{D72AE91D-7061-4333-A0F9-2C56DA542F42}" dt="2026-05-21T20:30:24.173" v="4268" actId="14100"/>
          <ac:picMkLst>
            <pc:docMk/>
            <pc:sldMk cId="3590292788" sldId="309"/>
            <ac:picMk id="11" creationId="{565AB0FC-9FCD-FDB2-1D84-F3D855D83877}"/>
          </ac:picMkLst>
        </pc:picChg>
      </pc:sldChg>
      <pc:sldChg chg="modSp mod">
        <pc:chgData name="Igwe Chijioke" userId="73f41304142a3ee6" providerId="LiveId" clId="{D72AE91D-7061-4333-A0F9-2C56DA542F42}" dt="2026-05-21T12:41:45.554" v="367" actId="1076"/>
        <pc:sldMkLst>
          <pc:docMk/>
          <pc:sldMk cId="1760268449" sldId="310"/>
        </pc:sldMkLst>
        <pc:spChg chg="mod">
          <ac:chgData name="Igwe Chijioke" userId="73f41304142a3ee6" providerId="LiveId" clId="{D72AE91D-7061-4333-A0F9-2C56DA542F42}" dt="2026-05-21T12:41:40.291" v="366" actId="1076"/>
          <ac:spMkLst>
            <pc:docMk/>
            <pc:sldMk cId="1760268449" sldId="310"/>
            <ac:spMk id="2" creationId="{01425F52-0FE3-0A5E-6590-7A5055BE4B36}"/>
          </ac:spMkLst>
        </pc:spChg>
        <pc:spChg chg="mod">
          <ac:chgData name="Igwe Chijioke" userId="73f41304142a3ee6" providerId="LiveId" clId="{D72AE91D-7061-4333-A0F9-2C56DA542F42}" dt="2026-05-21T12:41:45.554" v="367" actId="1076"/>
          <ac:spMkLst>
            <pc:docMk/>
            <pc:sldMk cId="1760268449" sldId="310"/>
            <ac:spMk id="7" creationId="{C0147929-8D39-DAA9-C3C5-4829D9C31C27}"/>
          </ac:spMkLst>
        </pc:spChg>
        <pc:picChg chg="mod">
          <ac:chgData name="Igwe Chijioke" userId="73f41304142a3ee6" providerId="LiveId" clId="{D72AE91D-7061-4333-A0F9-2C56DA542F42}" dt="2026-05-21T12:41:32.668" v="365" actId="14826"/>
          <ac:picMkLst>
            <pc:docMk/>
            <pc:sldMk cId="1760268449" sldId="310"/>
            <ac:picMk id="5" creationId="{FE4A4B5C-D71A-0CFA-A601-EB93F13F5AA0}"/>
          </ac:picMkLst>
        </pc:picChg>
      </pc:sldChg>
      <pc:sldChg chg="del">
        <pc:chgData name="Igwe Chijioke" userId="73f41304142a3ee6" providerId="LiveId" clId="{D72AE91D-7061-4333-A0F9-2C56DA542F42}" dt="2026-05-21T12:58:42.130" v="880" actId="2696"/>
        <pc:sldMkLst>
          <pc:docMk/>
          <pc:sldMk cId="171007334" sldId="311"/>
        </pc:sldMkLst>
      </pc:sldChg>
      <pc:sldChg chg="addSp delSp modSp mod ord modClrScheme chgLayout">
        <pc:chgData name="Igwe Chijioke" userId="73f41304142a3ee6" providerId="LiveId" clId="{D72AE91D-7061-4333-A0F9-2C56DA542F42}" dt="2026-05-21T12:56:12.622" v="879" actId="6549"/>
        <pc:sldMkLst>
          <pc:docMk/>
          <pc:sldMk cId="788226214" sldId="312"/>
        </pc:sldMkLst>
        <pc:spChg chg="mod">
          <ac:chgData name="Igwe Chijioke" userId="73f41304142a3ee6" providerId="LiveId" clId="{D72AE91D-7061-4333-A0F9-2C56DA542F42}" dt="2026-05-21T12:47:29.769" v="567" actId="1076"/>
          <ac:spMkLst>
            <pc:docMk/>
            <pc:sldMk cId="788226214" sldId="312"/>
            <ac:spMk id="2" creationId="{FA54AEBF-73B2-2188-6E43-D85E829780A8}"/>
          </ac:spMkLst>
        </pc:spChg>
        <pc:spChg chg="add mod">
          <ac:chgData name="Igwe Chijioke" userId="73f41304142a3ee6" providerId="LiveId" clId="{D72AE91D-7061-4333-A0F9-2C56DA542F42}" dt="2026-05-21T12:56:12.622" v="879" actId="6549"/>
          <ac:spMkLst>
            <pc:docMk/>
            <pc:sldMk cId="788226214" sldId="312"/>
            <ac:spMk id="4" creationId="{E7F4AD99-187A-8E1E-29DB-7448BA647531}"/>
          </ac:spMkLst>
        </pc:spChg>
        <pc:spChg chg="mod modVis">
          <ac:chgData name="Igwe Chijioke" userId="73f41304142a3ee6" providerId="LiveId" clId="{D72AE91D-7061-4333-A0F9-2C56DA542F42}" dt="2026-05-21T12:27:57.713" v="356" actId="26606"/>
          <ac:spMkLst>
            <pc:docMk/>
            <pc:sldMk cId="788226214" sldId="312"/>
            <ac:spMk id="5" creationId="{B51885A6-2008-15E5-517B-3CBBFE99B11A}"/>
          </ac:spMkLst>
        </pc:spChg>
        <pc:spChg chg="add del mod">
          <ac:chgData name="Igwe Chijioke" userId="73f41304142a3ee6" providerId="LiveId" clId="{D72AE91D-7061-4333-A0F9-2C56DA542F42}" dt="2026-05-21T12:27:57.697" v="355" actId="26606"/>
          <ac:spMkLst>
            <pc:docMk/>
            <pc:sldMk cId="788226214" sldId="312"/>
            <ac:spMk id="12" creationId="{96836CDD-34BB-6B56-8451-1482FD5D2BF1}"/>
          </ac:spMkLst>
        </pc:spChg>
        <pc:spChg chg="add del mod">
          <ac:chgData name="Igwe Chijioke" userId="73f41304142a3ee6" providerId="LiveId" clId="{D72AE91D-7061-4333-A0F9-2C56DA542F42}" dt="2026-05-21T12:27:57.697" v="355" actId="26606"/>
          <ac:spMkLst>
            <pc:docMk/>
            <pc:sldMk cId="788226214" sldId="312"/>
            <ac:spMk id="14" creationId="{D0984907-0E1C-627C-3B35-53046072F983}"/>
          </ac:spMkLst>
        </pc:spChg>
        <pc:spChg chg="add mod">
          <ac:chgData name="Igwe Chijioke" userId="73f41304142a3ee6" providerId="LiveId" clId="{D72AE91D-7061-4333-A0F9-2C56DA542F42}" dt="2026-05-21T12:50:21.029" v="853" actId="255"/>
          <ac:spMkLst>
            <pc:docMk/>
            <pc:sldMk cId="788226214" sldId="312"/>
            <ac:spMk id="16" creationId="{6D55896A-BADF-D31E-82E2-0F4474B58991}"/>
          </ac:spMkLst>
        </pc:spChg>
        <pc:picChg chg="mod">
          <ac:chgData name="Igwe Chijioke" userId="73f41304142a3ee6" providerId="LiveId" clId="{D72AE91D-7061-4333-A0F9-2C56DA542F42}" dt="2026-05-21T12:35:20.826" v="357" actId="14826"/>
          <ac:picMkLst>
            <pc:docMk/>
            <pc:sldMk cId="788226214" sldId="312"/>
            <ac:picMk id="7" creationId="{DA3FAC68-747F-999F-4EF5-874B39A6DD5B}"/>
          </ac:picMkLst>
        </pc:picChg>
      </pc:sldChg>
      <pc:sldChg chg="addSp delSp modSp mod modClrScheme chgLayout">
        <pc:chgData name="Igwe Chijioke" userId="73f41304142a3ee6" providerId="LiveId" clId="{D72AE91D-7061-4333-A0F9-2C56DA542F42}" dt="2026-05-21T18:37:42.359" v="2428" actId="207"/>
        <pc:sldMkLst>
          <pc:docMk/>
          <pc:sldMk cId="1981909512" sldId="314"/>
        </pc:sldMkLst>
        <pc:spChg chg="mod">
          <ac:chgData name="Igwe Chijioke" userId="73f41304142a3ee6" providerId="LiveId" clId="{D72AE91D-7061-4333-A0F9-2C56DA542F42}" dt="2026-05-21T18:37:42.359" v="2428" actId="207"/>
          <ac:spMkLst>
            <pc:docMk/>
            <pc:sldMk cId="1981909512" sldId="314"/>
            <ac:spMk id="2" creationId="{D0A0BA3D-9921-C7FC-BC8D-5FC0FFA61E80}"/>
          </ac:spMkLst>
        </pc:spChg>
        <pc:spChg chg="del mod ord">
          <ac:chgData name="Igwe Chijioke" userId="73f41304142a3ee6" providerId="LiveId" clId="{D72AE91D-7061-4333-A0F9-2C56DA542F42}" dt="2026-05-21T18:24:59.545" v="2243" actId="478"/>
          <ac:spMkLst>
            <pc:docMk/>
            <pc:sldMk cId="1981909512" sldId="314"/>
            <ac:spMk id="4" creationId="{1399A34E-6529-A0C2-1EEE-44E5D83178AC}"/>
          </ac:spMkLst>
        </pc:spChg>
        <pc:spChg chg="mod">
          <ac:chgData name="Igwe Chijioke" userId="73f41304142a3ee6" providerId="LiveId" clId="{D72AE91D-7061-4333-A0F9-2C56DA542F42}" dt="2026-05-21T18:26:39.487" v="2256" actId="1076"/>
          <ac:spMkLst>
            <pc:docMk/>
            <pc:sldMk cId="1981909512" sldId="314"/>
            <ac:spMk id="5" creationId="{1F4B294B-3C01-ED06-AA96-7FF46F3D2A94}"/>
          </ac:spMkLst>
        </pc:spChg>
        <pc:spChg chg="mod">
          <ac:chgData name="Igwe Chijioke" userId="73f41304142a3ee6" providerId="LiveId" clId="{D72AE91D-7061-4333-A0F9-2C56DA542F42}" dt="2026-05-21T12:40:52.926" v="364" actId="26606"/>
          <ac:spMkLst>
            <pc:docMk/>
            <pc:sldMk cId="1981909512" sldId="314"/>
            <ac:spMk id="6" creationId="{6B645A76-E100-EFC9-2708-1B148174751D}"/>
          </ac:spMkLst>
        </pc:spChg>
        <pc:spChg chg="add del mod">
          <ac:chgData name="Igwe Chijioke" userId="73f41304142a3ee6" providerId="LiveId" clId="{D72AE91D-7061-4333-A0F9-2C56DA542F42}" dt="2026-05-21T18:25:02.584" v="2245" actId="478"/>
          <ac:spMkLst>
            <pc:docMk/>
            <pc:sldMk cId="1981909512" sldId="314"/>
            <ac:spMk id="8" creationId="{656BFB24-5ADC-E4FB-BAEF-C8BF6093FEB6}"/>
          </ac:spMkLst>
        </pc:spChg>
        <pc:picChg chg="mod">
          <ac:chgData name="Igwe Chijioke" userId="73f41304142a3ee6" providerId="LiveId" clId="{D72AE91D-7061-4333-A0F9-2C56DA542F42}" dt="2026-05-21T18:26:36.956" v="2255" actId="1076"/>
          <ac:picMkLst>
            <pc:docMk/>
            <pc:sldMk cId="1981909512" sldId="314"/>
            <ac:picMk id="7" creationId="{839F036C-A908-D88B-93D2-2FC59D5D12AB}"/>
          </ac:picMkLst>
        </pc:picChg>
        <pc:picChg chg="add mod">
          <ac:chgData name="Igwe Chijioke" userId="73f41304142a3ee6" providerId="LiveId" clId="{D72AE91D-7061-4333-A0F9-2C56DA542F42}" dt="2026-05-21T18:26:11.159" v="2251" actId="14100"/>
          <ac:picMkLst>
            <pc:docMk/>
            <pc:sldMk cId="1981909512" sldId="314"/>
            <ac:picMk id="9" creationId="{A0761D08-D67F-9AA3-4EDC-2BFBFC3B6EC5}"/>
          </ac:picMkLst>
        </pc:picChg>
      </pc:sldChg>
      <pc:sldChg chg="addSp modSp mod">
        <pc:chgData name="Igwe Chijioke" userId="73f41304142a3ee6" providerId="LiveId" clId="{D72AE91D-7061-4333-A0F9-2C56DA542F42}" dt="2026-05-21T20:44:52.179" v="4281" actId="20577"/>
        <pc:sldMkLst>
          <pc:docMk/>
          <pc:sldMk cId="1910762988" sldId="315"/>
        </pc:sldMkLst>
        <pc:spChg chg="mod">
          <ac:chgData name="Igwe Chijioke" userId="73f41304142a3ee6" providerId="LiveId" clId="{D72AE91D-7061-4333-A0F9-2C56DA542F42}" dt="2026-05-21T16:14:58.488" v="1124" actId="207"/>
          <ac:spMkLst>
            <pc:docMk/>
            <pc:sldMk cId="1910762988" sldId="315"/>
            <ac:spMk id="26" creationId="{A11A6861-6118-22CE-5038-FC20C4FC96AE}"/>
          </ac:spMkLst>
        </pc:spChg>
        <pc:spChg chg="mod">
          <ac:chgData name="Igwe Chijioke" userId="73f41304142a3ee6" providerId="LiveId" clId="{D72AE91D-7061-4333-A0F9-2C56DA542F42}" dt="2026-05-21T20:44:52.179" v="4281" actId="20577"/>
          <ac:spMkLst>
            <pc:docMk/>
            <pc:sldMk cId="1910762988" sldId="315"/>
            <ac:spMk id="50" creationId="{A25F5A73-CC91-E96C-6616-81D095551238}"/>
          </ac:spMkLst>
        </pc:spChg>
        <pc:picChg chg="add mod">
          <ac:chgData name="Igwe Chijioke" userId="73f41304142a3ee6" providerId="LiveId" clId="{D72AE91D-7061-4333-A0F9-2C56DA542F42}" dt="2026-05-21T16:15:07.030" v="1125" actId="14100"/>
          <ac:picMkLst>
            <pc:docMk/>
            <pc:sldMk cId="1910762988" sldId="315"/>
            <ac:picMk id="4" creationId="{E2C8D1DE-B256-EF5E-85CD-C30995610454}"/>
          </ac:picMkLst>
        </pc:picChg>
      </pc:sldChg>
      <pc:sldChg chg="addSp delSp modSp add mod">
        <pc:chgData name="Igwe Chijioke" userId="73f41304142a3ee6" providerId="LiveId" clId="{D72AE91D-7061-4333-A0F9-2C56DA542F42}" dt="2026-05-21T18:31:59.004" v="2335" actId="207"/>
        <pc:sldMkLst>
          <pc:docMk/>
          <pc:sldMk cId="3383507964" sldId="316"/>
        </pc:sldMkLst>
        <pc:spChg chg="mod">
          <ac:chgData name="Igwe Chijioke" userId="73f41304142a3ee6" providerId="LiveId" clId="{D72AE91D-7061-4333-A0F9-2C56DA542F42}" dt="2026-05-21T18:31:59.004" v="2335" actId="207"/>
          <ac:spMkLst>
            <pc:docMk/>
            <pc:sldMk cId="3383507964" sldId="316"/>
            <ac:spMk id="2" creationId="{F823CA63-209F-C09A-C463-7518A7DEC900}"/>
          </ac:spMkLst>
        </pc:spChg>
        <pc:spChg chg="mod">
          <ac:chgData name="Igwe Chijioke" userId="73f41304142a3ee6" providerId="LiveId" clId="{D72AE91D-7061-4333-A0F9-2C56DA542F42}" dt="2026-05-21T18:29:50.600" v="2320" actId="20577"/>
          <ac:spMkLst>
            <pc:docMk/>
            <pc:sldMk cId="3383507964" sldId="316"/>
            <ac:spMk id="5" creationId="{E979D50B-1624-B4F3-1ACB-1D698F6BA750}"/>
          </ac:spMkLst>
        </pc:spChg>
        <pc:picChg chg="add mod">
          <ac:chgData name="Igwe Chijioke" userId="73f41304142a3ee6" providerId="LiveId" clId="{D72AE91D-7061-4333-A0F9-2C56DA542F42}" dt="2026-05-21T18:30:29.409" v="2331" actId="14100"/>
          <ac:picMkLst>
            <pc:docMk/>
            <pc:sldMk cId="3383507964" sldId="316"/>
            <ac:picMk id="3" creationId="{A4339231-5CB3-84F0-0866-56CE4637776B}"/>
          </ac:picMkLst>
        </pc:picChg>
        <pc:picChg chg="del mod">
          <ac:chgData name="Igwe Chijioke" userId="73f41304142a3ee6" providerId="LiveId" clId="{D72AE91D-7061-4333-A0F9-2C56DA542F42}" dt="2026-05-21T18:30:06.973" v="2322" actId="478"/>
          <ac:picMkLst>
            <pc:docMk/>
            <pc:sldMk cId="3383507964" sldId="316"/>
            <ac:picMk id="9" creationId="{1E41D732-5B7C-E097-7EBD-D05EF64956E8}"/>
          </ac:picMkLst>
        </pc:picChg>
      </pc:sldChg>
      <pc:sldChg chg="addSp delSp modSp add mod">
        <pc:chgData name="Igwe Chijioke" userId="73f41304142a3ee6" providerId="LiveId" clId="{D72AE91D-7061-4333-A0F9-2C56DA542F42}" dt="2026-05-21T18:37:11.331" v="2427" actId="207"/>
        <pc:sldMkLst>
          <pc:docMk/>
          <pc:sldMk cId="251721050" sldId="317"/>
        </pc:sldMkLst>
        <pc:spChg chg="mod">
          <ac:chgData name="Igwe Chijioke" userId="73f41304142a3ee6" providerId="LiveId" clId="{D72AE91D-7061-4333-A0F9-2C56DA542F42}" dt="2026-05-21T18:37:11.331" v="2427" actId="207"/>
          <ac:spMkLst>
            <pc:docMk/>
            <pc:sldMk cId="251721050" sldId="317"/>
            <ac:spMk id="2" creationId="{EFC5847D-8A67-7C71-A938-BCDB7C49474E}"/>
          </ac:spMkLst>
        </pc:spChg>
        <pc:spChg chg="mod">
          <ac:chgData name="Igwe Chijioke" userId="73f41304142a3ee6" providerId="LiveId" clId="{D72AE91D-7061-4333-A0F9-2C56DA542F42}" dt="2026-05-21T18:35:35.135" v="2417" actId="20577"/>
          <ac:spMkLst>
            <pc:docMk/>
            <pc:sldMk cId="251721050" sldId="317"/>
            <ac:spMk id="5" creationId="{EBEB7638-AEF7-6E3A-149B-4C7A4316BA9D}"/>
          </ac:spMkLst>
        </pc:spChg>
        <pc:picChg chg="del mod">
          <ac:chgData name="Igwe Chijioke" userId="73f41304142a3ee6" providerId="LiveId" clId="{D72AE91D-7061-4333-A0F9-2C56DA542F42}" dt="2026-05-21T18:35:47.540" v="2419" actId="478"/>
          <ac:picMkLst>
            <pc:docMk/>
            <pc:sldMk cId="251721050" sldId="317"/>
            <ac:picMk id="3" creationId="{E94B6DC7-EC56-9E3D-664E-0A814903ED85}"/>
          </ac:picMkLst>
        </pc:picChg>
        <pc:picChg chg="add mod">
          <ac:chgData name="Igwe Chijioke" userId="73f41304142a3ee6" providerId="LiveId" clId="{D72AE91D-7061-4333-A0F9-2C56DA542F42}" dt="2026-05-21T18:36:12.557" v="2426" actId="14100"/>
          <ac:picMkLst>
            <pc:docMk/>
            <pc:sldMk cId="251721050" sldId="317"/>
            <ac:picMk id="4" creationId="{BB2D9E85-C050-A463-0D38-FA460BF5AE00}"/>
          </ac:picMkLst>
        </pc:picChg>
      </pc:sldChg>
      <pc:sldChg chg="addSp delSp modSp add mod modNotesTx">
        <pc:chgData name="Igwe Chijioke" userId="73f41304142a3ee6" providerId="LiveId" clId="{D72AE91D-7061-4333-A0F9-2C56DA542F42}" dt="2026-05-21T18:56:43.350" v="2514" actId="478"/>
        <pc:sldMkLst>
          <pc:docMk/>
          <pc:sldMk cId="3088698850" sldId="318"/>
        </pc:sldMkLst>
        <pc:spChg chg="mod">
          <ac:chgData name="Igwe Chijioke" userId="73f41304142a3ee6" providerId="LiveId" clId="{D72AE91D-7061-4333-A0F9-2C56DA542F42}" dt="2026-05-21T18:44:04.920" v="2492" actId="14100"/>
          <ac:spMkLst>
            <pc:docMk/>
            <pc:sldMk cId="3088698850" sldId="318"/>
            <ac:spMk id="3" creationId="{9974C4BC-1BD2-CB26-9143-896736D1D349}"/>
          </ac:spMkLst>
        </pc:spChg>
        <pc:spChg chg="add del mod">
          <ac:chgData name="Igwe Chijioke" userId="73f41304142a3ee6" providerId="LiveId" clId="{D72AE91D-7061-4333-A0F9-2C56DA542F42}" dt="2026-05-21T18:40:59.298" v="2466" actId="478"/>
          <ac:spMkLst>
            <pc:docMk/>
            <pc:sldMk cId="3088698850" sldId="318"/>
            <ac:spMk id="4" creationId="{20DAB59A-1854-98A1-7FA0-EF524DE1C5DB}"/>
          </ac:spMkLst>
        </pc:spChg>
        <pc:spChg chg="del mod">
          <ac:chgData name="Igwe Chijioke" userId="73f41304142a3ee6" providerId="LiveId" clId="{D72AE91D-7061-4333-A0F9-2C56DA542F42}" dt="2026-05-21T18:40:56.164" v="2464" actId="478"/>
          <ac:spMkLst>
            <pc:docMk/>
            <pc:sldMk cId="3088698850" sldId="318"/>
            <ac:spMk id="6" creationId="{B429C00D-DF2A-718E-A4EF-A72B61B91D4F}"/>
          </ac:spMkLst>
        </pc:spChg>
        <pc:spChg chg="add del mod">
          <ac:chgData name="Igwe Chijioke" userId="73f41304142a3ee6" providerId="LiveId" clId="{D72AE91D-7061-4333-A0F9-2C56DA542F42}" dt="2026-05-21T18:56:43.350" v="2514" actId="478"/>
          <ac:spMkLst>
            <pc:docMk/>
            <pc:sldMk cId="3088698850" sldId="318"/>
            <ac:spMk id="8" creationId="{7D5524AC-0CF1-E7F0-FE20-8B114C2941B7}"/>
          </ac:spMkLst>
        </pc:spChg>
        <pc:picChg chg="add mod">
          <ac:chgData name="Igwe Chijioke" userId="73f41304142a3ee6" providerId="LiveId" clId="{D72AE91D-7061-4333-A0F9-2C56DA542F42}" dt="2026-05-21T18:56:35.821" v="2513" actId="14100"/>
          <ac:picMkLst>
            <pc:docMk/>
            <pc:sldMk cId="3088698850" sldId="318"/>
            <ac:picMk id="5" creationId="{1F620385-E6EF-3A77-57A0-D0BF2C4AF5D3}"/>
          </ac:picMkLst>
        </pc:picChg>
        <pc:picChg chg="del mod">
          <ac:chgData name="Igwe Chijioke" userId="73f41304142a3ee6" providerId="LiveId" clId="{D72AE91D-7061-4333-A0F9-2C56DA542F42}" dt="2026-05-21T18:56:31.139" v="2512" actId="478"/>
          <ac:picMkLst>
            <pc:docMk/>
            <pc:sldMk cId="3088698850" sldId="318"/>
            <ac:picMk id="15" creationId="{58C4FDD7-7B99-81EB-B82C-BCF7C516AEF2}"/>
          </ac:picMkLst>
        </pc:picChg>
      </pc:sldChg>
      <pc:sldChg chg="addSp delSp modSp add mod">
        <pc:chgData name="Igwe Chijioke" userId="73f41304142a3ee6" providerId="LiveId" clId="{D72AE91D-7061-4333-A0F9-2C56DA542F42}" dt="2026-05-21T18:56:13.648" v="2511" actId="478"/>
        <pc:sldMkLst>
          <pc:docMk/>
          <pc:sldMk cId="4036371480" sldId="319"/>
        </pc:sldMkLst>
        <pc:spChg chg="add del mod">
          <ac:chgData name="Igwe Chijioke" userId="73f41304142a3ee6" providerId="LiveId" clId="{D72AE91D-7061-4333-A0F9-2C56DA542F42}" dt="2026-05-21T18:56:13.648" v="2511" actId="478"/>
          <ac:spMkLst>
            <pc:docMk/>
            <pc:sldMk cId="4036371480" sldId="319"/>
            <ac:spMk id="6" creationId="{6A60FCD2-DAA0-67CB-2F84-AC6F0F277E8D}"/>
          </ac:spMkLst>
        </pc:spChg>
        <pc:picChg chg="add mod">
          <ac:chgData name="Igwe Chijioke" userId="73f41304142a3ee6" providerId="LiveId" clId="{D72AE91D-7061-4333-A0F9-2C56DA542F42}" dt="2026-05-21T18:56:03.943" v="2510" actId="14100"/>
          <ac:picMkLst>
            <pc:docMk/>
            <pc:sldMk cId="4036371480" sldId="319"/>
            <ac:picMk id="2" creationId="{3D301CFF-9D1E-76C2-4E24-74071EB38F7A}"/>
          </ac:picMkLst>
        </pc:picChg>
        <pc:picChg chg="del">
          <ac:chgData name="Igwe Chijioke" userId="73f41304142a3ee6" providerId="LiveId" clId="{D72AE91D-7061-4333-A0F9-2C56DA542F42}" dt="2026-05-21T18:50:51.690" v="2502" actId="478"/>
          <ac:picMkLst>
            <pc:docMk/>
            <pc:sldMk cId="4036371480" sldId="319"/>
            <ac:picMk id="5" creationId="{05AD9F5A-C360-3EF3-4174-B309BA21BAC9}"/>
          </ac:picMkLst>
        </pc:picChg>
        <pc:picChg chg="del mod">
          <ac:chgData name="Igwe Chijioke" userId="73f41304142a3ee6" providerId="LiveId" clId="{D72AE91D-7061-4333-A0F9-2C56DA542F42}" dt="2026-05-21T18:55:58.047" v="2509" actId="478"/>
          <ac:picMkLst>
            <pc:docMk/>
            <pc:sldMk cId="4036371480" sldId="319"/>
            <ac:picMk id="15" creationId="{65FDA621-9719-E6E1-FD4E-A2508FC62CCD}"/>
          </ac:picMkLst>
        </pc:picChg>
      </pc:sldChg>
      <pc:sldChg chg="addSp delSp modSp new mod modClrScheme chgLayout modNotesTx">
        <pc:chgData name="Igwe Chijioke" userId="73f41304142a3ee6" providerId="LiveId" clId="{D72AE91D-7061-4333-A0F9-2C56DA542F42}" dt="2026-05-21T19:16:00.788" v="2581" actId="14100"/>
        <pc:sldMkLst>
          <pc:docMk/>
          <pc:sldMk cId="317058963" sldId="320"/>
        </pc:sldMkLst>
        <pc:spChg chg="del mod">
          <ac:chgData name="Igwe Chijioke" userId="73f41304142a3ee6" providerId="LiveId" clId="{D72AE91D-7061-4333-A0F9-2C56DA542F42}" dt="2026-05-21T18:57:40.035" v="2517" actId="478"/>
          <ac:spMkLst>
            <pc:docMk/>
            <pc:sldMk cId="317058963" sldId="320"/>
            <ac:spMk id="2" creationId="{3ADEAE68-7200-62B2-0209-23784810296F}"/>
          </ac:spMkLst>
        </pc:spChg>
        <pc:spChg chg="del mod">
          <ac:chgData name="Igwe Chijioke" userId="73f41304142a3ee6" providerId="LiveId" clId="{D72AE91D-7061-4333-A0F9-2C56DA542F42}" dt="2026-05-21T18:57:44.293" v="2519" actId="478"/>
          <ac:spMkLst>
            <pc:docMk/>
            <pc:sldMk cId="317058963" sldId="320"/>
            <ac:spMk id="3" creationId="{81D38477-D4AB-8B77-3B62-734A2870067D}"/>
          </ac:spMkLst>
        </pc:spChg>
        <pc:spChg chg="del">
          <ac:chgData name="Igwe Chijioke" userId="73f41304142a3ee6" providerId="LiveId" clId="{D72AE91D-7061-4333-A0F9-2C56DA542F42}" dt="2026-05-21T18:57:46.773" v="2520" actId="478"/>
          <ac:spMkLst>
            <pc:docMk/>
            <pc:sldMk cId="317058963" sldId="320"/>
            <ac:spMk id="4" creationId="{0CC7F53F-D3CB-7A3D-A1B7-D89D4643D838}"/>
          </ac:spMkLst>
        </pc:spChg>
        <pc:spChg chg="add mod">
          <ac:chgData name="Igwe Chijioke" userId="73f41304142a3ee6" providerId="LiveId" clId="{D72AE91D-7061-4333-A0F9-2C56DA542F42}" dt="2026-05-21T19:15:57.648" v="2580" actId="14100"/>
          <ac:spMkLst>
            <pc:docMk/>
            <pc:sldMk cId="317058963" sldId="320"/>
            <ac:spMk id="10" creationId="{CA55A63C-CE84-FC65-1995-51F0E15FB850}"/>
          </ac:spMkLst>
        </pc:spChg>
        <pc:spChg chg="add del mod">
          <ac:chgData name="Igwe Chijioke" userId="73f41304142a3ee6" providerId="LiveId" clId="{D72AE91D-7061-4333-A0F9-2C56DA542F42}" dt="2026-05-21T19:12:22.564" v="2544" actId="26606"/>
          <ac:spMkLst>
            <pc:docMk/>
            <pc:sldMk cId="317058963" sldId="320"/>
            <ac:spMk id="14" creationId="{65B06B4B-220A-82CC-7B2F-6897766D3D5E}"/>
          </ac:spMkLst>
        </pc:spChg>
        <pc:spChg chg="add del mod">
          <ac:chgData name="Igwe Chijioke" userId="73f41304142a3ee6" providerId="LiveId" clId="{D72AE91D-7061-4333-A0F9-2C56DA542F42}" dt="2026-05-21T19:12:22.564" v="2544" actId="26606"/>
          <ac:spMkLst>
            <pc:docMk/>
            <pc:sldMk cId="317058963" sldId="320"/>
            <ac:spMk id="16" creationId="{E8DE7675-EB70-73FA-3051-E96E74DFE5A4}"/>
          </ac:spMkLst>
        </pc:spChg>
        <pc:spChg chg="add del mod">
          <ac:chgData name="Igwe Chijioke" userId="73f41304142a3ee6" providerId="LiveId" clId="{D72AE91D-7061-4333-A0F9-2C56DA542F42}" dt="2026-05-21T19:12:22.564" v="2544" actId="26606"/>
          <ac:spMkLst>
            <pc:docMk/>
            <pc:sldMk cId="317058963" sldId="320"/>
            <ac:spMk id="18" creationId="{4F2BEBAB-B16A-57B0-27E0-E0BFA9A3586E}"/>
          </ac:spMkLst>
        </pc:spChg>
        <pc:spChg chg="add del mod">
          <ac:chgData name="Igwe Chijioke" userId="73f41304142a3ee6" providerId="LiveId" clId="{D72AE91D-7061-4333-A0F9-2C56DA542F42}" dt="2026-05-21T19:12:24.666" v="2546" actId="26606"/>
          <ac:spMkLst>
            <pc:docMk/>
            <pc:sldMk cId="317058963" sldId="320"/>
            <ac:spMk id="20" creationId="{9236F199-1C04-A5C5-9D5B-1A2BD8B5B4A3}"/>
          </ac:spMkLst>
        </pc:spChg>
        <pc:spChg chg="add del mod">
          <ac:chgData name="Igwe Chijioke" userId="73f41304142a3ee6" providerId="LiveId" clId="{D72AE91D-7061-4333-A0F9-2C56DA542F42}" dt="2026-05-21T19:12:24.666" v="2546" actId="26606"/>
          <ac:spMkLst>
            <pc:docMk/>
            <pc:sldMk cId="317058963" sldId="320"/>
            <ac:spMk id="21" creationId="{F279D63B-FC40-4787-D399-5701434546D1}"/>
          </ac:spMkLst>
        </pc:spChg>
        <pc:spChg chg="add del mod">
          <ac:chgData name="Igwe Chijioke" userId="73f41304142a3ee6" providerId="LiveId" clId="{D72AE91D-7061-4333-A0F9-2C56DA542F42}" dt="2026-05-21T19:13:14.982" v="2554" actId="478"/>
          <ac:spMkLst>
            <pc:docMk/>
            <pc:sldMk cId="317058963" sldId="320"/>
            <ac:spMk id="23" creationId="{211F6591-3E17-B86A-3026-CC6CC78275FB}"/>
          </ac:spMkLst>
        </pc:spChg>
        <pc:spChg chg="add mod">
          <ac:chgData name="Igwe Chijioke" userId="73f41304142a3ee6" providerId="LiveId" clId="{D72AE91D-7061-4333-A0F9-2C56DA542F42}" dt="2026-05-21T19:12:24.666" v="2547" actId="26606"/>
          <ac:spMkLst>
            <pc:docMk/>
            <pc:sldMk cId="317058963" sldId="320"/>
            <ac:spMk id="24" creationId="{B4FCD459-3876-9D45-9428-1DA343BAC7C9}"/>
          </ac:spMkLst>
        </pc:spChg>
        <pc:picChg chg="add del mod">
          <ac:chgData name="Igwe Chijioke" userId="73f41304142a3ee6" providerId="LiveId" clId="{D72AE91D-7061-4333-A0F9-2C56DA542F42}" dt="2026-05-21T19:09:40.262" v="2533" actId="478"/>
          <ac:picMkLst>
            <pc:docMk/>
            <pc:sldMk cId="317058963" sldId="320"/>
            <ac:picMk id="5" creationId="{EBCCA5BC-34EC-C812-1E95-795FB361634E}"/>
          </ac:picMkLst>
        </pc:picChg>
        <pc:picChg chg="add del mod">
          <ac:chgData name="Igwe Chijioke" userId="73f41304142a3ee6" providerId="LiveId" clId="{D72AE91D-7061-4333-A0F9-2C56DA542F42}" dt="2026-05-21T19:10:24.216" v="2537" actId="931"/>
          <ac:picMkLst>
            <pc:docMk/>
            <pc:sldMk cId="317058963" sldId="320"/>
            <ac:picMk id="7" creationId="{87D349B0-5335-78DD-3C2A-94AD2C746667}"/>
          </ac:picMkLst>
        </pc:picChg>
        <pc:picChg chg="add mod">
          <ac:chgData name="Igwe Chijioke" userId="73f41304142a3ee6" providerId="LiveId" clId="{D72AE91D-7061-4333-A0F9-2C56DA542F42}" dt="2026-05-21T19:16:00.788" v="2581" actId="14100"/>
          <ac:picMkLst>
            <pc:docMk/>
            <pc:sldMk cId="317058963" sldId="320"/>
            <ac:picMk id="9" creationId="{7C60659A-3CB4-E803-7EF4-7D9F247209AE}"/>
          </ac:picMkLst>
        </pc:picChg>
      </pc:sldChg>
      <pc:sldChg chg="addSp delSp modSp add mod">
        <pc:chgData name="Igwe Chijioke" userId="73f41304142a3ee6" providerId="LiveId" clId="{D72AE91D-7061-4333-A0F9-2C56DA542F42}" dt="2026-05-21T19:36:31.280" v="3169" actId="14100"/>
        <pc:sldMkLst>
          <pc:docMk/>
          <pc:sldMk cId="490786104" sldId="321"/>
        </pc:sldMkLst>
        <pc:spChg chg="mod">
          <ac:chgData name="Igwe Chijioke" userId="73f41304142a3ee6" providerId="LiveId" clId="{D72AE91D-7061-4333-A0F9-2C56DA542F42}" dt="2026-05-21T19:32:13.106" v="3049" actId="1076"/>
          <ac:spMkLst>
            <pc:docMk/>
            <pc:sldMk cId="490786104" sldId="321"/>
            <ac:spMk id="3" creationId="{72A292C3-50C8-D36D-B3B1-64E5BADE757E}"/>
          </ac:spMkLst>
        </pc:spChg>
        <pc:spChg chg="add del mod">
          <ac:chgData name="Igwe Chijioke" userId="73f41304142a3ee6" providerId="LiveId" clId="{D72AE91D-7061-4333-A0F9-2C56DA542F42}" dt="2026-05-21T19:35:12.027" v="3162" actId="478"/>
          <ac:spMkLst>
            <pc:docMk/>
            <pc:sldMk cId="490786104" sldId="321"/>
            <ac:spMk id="5" creationId="{FB6BBBCF-DF6E-4F08-F6DA-012CD7F06818}"/>
          </ac:spMkLst>
        </pc:spChg>
        <pc:spChg chg="mod">
          <ac:chgData name="Igwe Chijioke" userId="73f41304142a3ee6" providerId="LiveId" clId="{D72AE91D-7061-4333-A0F9-2C56DA542F42}" dt="2026-05-21T19:35:37.556" v="3166" actId="1076"/>
          <ac:spMkLst>
            <pc:docMk/>
            <pc:sldMk cId="490786104" sldId="321"/>
            <ac:spMk id="6" creationId="{D02C2BD6-BF3C-E086-A786-8E20830EB621}"/>
          </ac:spMkLst>
        </pc:spChg>
        <pc:picChg chg="add mod">
          <ac:chgData name="Igwe Chijioke" userId="73f41304142a3ee6" providerId="LiveId" clId="{D72AE91D-7061-4333-A0F9-2C56DA542F42}" dt="2026-05-21T19:36:31.280" v="3169" actId="14100"/>
          <ac:picMkLst>
            <pc:docMk/>
            <pc:sldMk cId="490786104" sldId="321"/>
            <ac:picMk id="2" creationId="{D282D05E-0F13-D290-411E-008E009A79CD}"/>
          </ac:picMkLst>
        </pc:picChg>
        <pc:picChg chg="del">
          <ac:chgData name="Igwe Chijioke" userId="73f41304142a3ee6" providerId="LiveId" clId="{D72AE91D-7061-4333-A0F9-2C56DA542F42}" dt="2026-05-21T19:35:09.142" v="3161" actId="478"/>
          <ac:picMkLst>
            <pc:docMk/>
            <pc:sldMk cId="490786104" sldId="321"/>
            <ac:picMk id="15" creationId="{F6B47325-E7FF-F2B1-0795-BC8D70C2493A}"/>
          </ac:picMkLst>
        </pc:picChg>
      </pc:sldChg>
      <pc:sldChg chg="addSp delSp modSp add mod">
        <pc:chgData name="Igwe Chijioke" userId="73f41304142a3ee6" providerId="LiveId" clId="{D72AE91D-7061-4333-A0F9-2C56DA542F42}" dt="2026-05-21T19:38:46.836" v="3315" actId="14100"/>
        <pc:sldMkLst>
          <pc:docMk/>
          <pc:sldMk cId="682423990" sldId="322"/>
        </pc:sldMkLst>
        <pc:spChg chg="mod">
          <ac:chgData name="Igwe Chijioke" userId="73f41304142a3ee6" providerId="LiveId" clId="{D72AE91D-7061-4333-A0F9-2C56DA542F42}" dt="2026-05-21T19:38:14.333" v="3310" actId="14100"/>
          <ac:spMkLst>
            <pc:docMk/>
            <pc:sldMk cId="682423990" sldId="322"/>
            <ac:spMk id="6" creationId="{04E2D57E-483E-EE7D-82B9-3C8B89A56EE9}"/>
          </ac:spMkLst>
        </pc:spChg>
        <pc:picChg chg="del">
          <ac:chgData name="Igwe Chijioke" userId="73f41304142a3ee6" providerId="LiveId" clId="{D72AE91D-7061-4333-A0F9-2C56DA542F42}" dt="2026-05-21T19:38:22.122" v="3311" actId="478"/>
          <ac:picMkLst>
            <pc:docMk/>
            <pc:sldMk cId="682423990" sldId="322"/>
            <ac:picMk id="2" creationId="{36F2D510-6EFE-BD48-B7B9-9CAEF2E19165}"/>
          </ac:picMkLst>
        </pc:picChg>
        <pc:picChg chg="add mod">
          <ac:chgData name="Igwe Chijioke" userId="73f41304142a3ee6" providerId="LiveId" clId="{D72AE91D-7061-4333-A0F9-2C56DA542F42}" dt="2026-05-21T19:38:46.836" v="3315" actId="14100"/>
          <ac:picMkLst>
            <pc:docMk/>
            <pc:sldMk cId="682423990" sldId="322"/>
            <ac:picMk id="4" creationId="{CF9AC37B-616A-D3C9-593C-EA839A892037}"/>
          </ac:picMkLst>
        </pc:picChg>
      </pc:sldChg>
      <pc:sldChg chg="delSp modSp add mod">
        <pc:chgData name="Igwe Chijioke" userId="73f41304142a3ee6" providerId="LiveId" clId="{D72AE91D-7061-4333-A0F9-2C56DA542F42}" dt="2026-05-21T19:46:29.271" v="3579" actId="14826"/>
        <pc:sldMkLst>
          <pc:docMk/>
          <pc:sldMk cId="2688692152" sldId="323"/>
        </pc:sldMkLst>
        <pc:spChg chg="mod">
          <ac:chgData name="Igwe Chijioke" userId="73f41304142a3ee6" providerId="LiveId" clId="{D72AE91D-7061-4333-A0F9-2C56DA542F42}" dt="2026-05-21T19:40:34.766" v="3334" actId="20577"/>
          <ac:spMkLst>
            <pc:docMk/>
            <pc:sldMk cId="2688692152" sldId="323"/>
            <ac:spMk id="2" creationId="{6CBFF109-4574-BFF0-7CF4-559C7C951910}"/>
          </ac:spMkLst>
        </pc:spChg>
        <pc:spChg chg="del mod">
          <ac:chgData name="Igwe Chijioke" userId="73f41304142a3ee6" providerId="LiveId" clId="{D72AE91D-7061-4333-A0F9-2C56DA542F42}" dt="2026-05-21T19:42:02.176" v="3478" actId="478"/>
          <ac:spMkLst>
            <pc:docMk/>
            <pc:sldMk cId="2688692152" sldId="323"/>
            <ac:spMk id="4" creationId="{B7362A40-3CAA-C34B-CCC3-D7E483190200}"/>
          </ac:spMkLst>
        </pc:spChg>
        <pc:spChg chg="mod">
          <ac:chgData name="Igwe Chijioke" userId="73f41304142a3ee6" providerId="LiveId" clId="{D72AE91D-7061-4333-A0F9-2C56DA542F42}" dt="2026-05-21T19:42:35.390" v="3568" actId="14100"/>
          <ac:spMkLst>
            <pc:docMk/>
            <pc:sldMk cId="2688692152" sldId="323"/>
            <ac:spMk id="16" creationId="{56D135A3-9D62-B09E-689E-AEB1F0EEECCE}"/>
          </ac:spMkLst>
        </pc:spChg>
        <pc:picChg chg="mod">
          <ac:chgData name="Igwe Chijioke" userId="73f41304142a3ee6" providerId="LiveId" clId="{D72AE91D-7061-4333-A0F9-2C56DA542F42}" dt="2026-05-21T19:46:29.271" v="3579" actId="14826"/>
          <ac:picMkLst>
            <pc:docMk/>
            <pc:sldMk cId="2688692152" sldId="323"/>
            <ac:picMk id="7" creationId="{1A8E2A37-971A-470D-E9DA-2831221A15C5}"/>
          </ac:picMkLst>
        </pc:picChg>
      </pc:sldChg>
      <pc:sldChg chg="modSp add mod">
        <pc:chgData name="Igwe Chijioke" userId="73f41304142a3ee6" providerId="LiveId" clId="{D72AE91D-7061-4333-A0F9-2C56DA542F42}" dt="2026-05-21T20:28:46.036" v="4266" actId="14100"/>
        <pc:sldMkLst>
          <pc:docMk/>
          <pc:sldMk cId="3126507361" sldId="324"/>
        </pc:sldMkLst>
        <pc:spChg chg="mod">
          <ac:chgData name="Igwe Chijioke" userId="73f41304142a3ee6" providerId="LiveId" clId="{D72AE91D-7061-4333-A0F9-2C56DA542F42}" dt="2026-05-21T20:28:46.036" v="4266" actId="14100"/>
          <ac:spMkLst>
            <pc:docMk/>
            <pc:sldMk cId="3126507361" sldId="324"/>
            <ac:spMk id="4" creationId="{6DE100BC-600B-4A63-77BB-DE8F9BBF6C54}"/>
          </ac:spMkLst>
        </pc:spChg>
        <pc:spChg chg="mod">
          <ac:chgData name="Igwe Chijioke" userId="73f41304142a3ee6" providerId="LiveId" clId="{D72AE91D-7061-4333-A0F9-2C56DA542F42}" dt="2026-05-21T20:27:12.613" v="4096" actId="20577"/>
          <ac:spMkLst>
            <pc:docMk/>
            <pc:sldMk cId="3126507361" sldId="324"/>
            <ac:spMk id="47" creationId="{88724A3C-B4A0-5F78-D420-B8F4DCEBDFBB}"/>
          </ac:spMkLst>
        </pc:spChg>
        <pc:picChg chg="mod">
          <ac:chgData name="Igwe Chijioke" userId="73f41304142a3ee6" providerId="LiveId" clId="{D72AE91D-7061-4333-A0F9-2C56DA542F42}" dt="2026-05-21T20:24:34.378" v="3971" actId="14826"/>
          <ac:picMkLst>
            <pc:docMk/>
            <pc:sldMk cId="3126507361" sldId="324"/>
            <ac:picMk id="11" creationId="{1D38AEED-F5A9-DF62-CF03-5746DBDCD45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A3114B-0CDD-4419-A4DE-E0C29A2AE1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25048-78D1-4821-8E2B-7A77CCA12F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52186-C111-43A8-A0F7-F77FFDE4DF82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24695-047D-4CC8-8801-1AA37457E7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00293-63F6-438D-A9A8-024975FD5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6CFAD-C154-4C9C-AD01-665A505506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7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BBB5B-F3DE-41D7-B279-483D20E8E363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62BC0-7DC4-4569-951D-2BB9475345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64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62BC0-7DC4-4569-951D-2BB9475345C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550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STQAS ecosystem recognises three main actors as identified in the use case diagram, and their interactions with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62BC0-7DC4-4569-951D-2BB9475345C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344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76682-7547-AFEF-0503-AF27C9ED4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4D6A7-6DB1-E21C-4244-6CC2D5EE6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38776-35E6-0367-E395-F498F8517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STQAS ecosystem recognises three main actors as identified in the use case diagram, and their interactions with the system.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A5798-3C56-AD27-6D12-112833BA3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62BC0-7DC4-4569-951D-2BB9475345C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476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whole process is to be accomplished within less than 2 seconds and still, it should retain in-depth security inspections.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62BC0-7DC4-4569-951D-2BB9475345C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712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lIns="914400" tIns="91440" rIns="914400" anchor="ctr"/>
          <a:lstStyle>
            <a:lvl1pPr algn="ctr">
              <a:defRPr sz="5400" b="1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4832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772276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4747" y="2365057"/>
            <a:ext cx="4377400" cy="2160644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accent5">
                  <a:alpha val="10000"/>
                </a:schemeClr>
              </a:gs>
            </a:gsLst>
            <a:lin ang="0" scaled="0"/>
          </a:gradFill>
          <a:ln w="28575">
            <a:solidFill>
              <a:schemeClr val="bg1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3EFFF7-FFC6-16DF-B4AB-DD5A1A1DA9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7896" y="0"/>
            <a:ext cx="3344379" cy="6858000"/>
          </a:xfrm>
          <a:custGeom>
            <a:avLst/>
            <a:gdLst>
              <a:gd name="connsiteX0" fmla="*/ 0 w 3344379"/>
              <a:gd name="connsiteY0" fmla="*/ 0 h 6858000"/>
              <a:gd name="connsiteX1" fmla="*/ 3344379 w 3344379"/>
              <a:gd name="connsiteY1" fmla="*/ 0 h 6858000"/>
              <a:gd name="connsiteX2" fmla="*/ 3344379 w 3344379"/>
              <a:gd name="connsiteY2" fmla="*/ 6858000 h 6858000"/>
              <a:gd name="connsiteX3" fmla="*/ 0 w 334437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4379" h="6858000">
                <a:moveTo>
                  <a:pt x="0" y="0"/>
                </a:moveTo>
                <a:lnTo>
                  <a:pt x="3344379" y="0"/>
                </a:lnTo>
                <a:lnTo>
                  <a:pt x="33443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Blank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6E802E-B214-0AE3-69C8-CBCA885C70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35900" y="2071688"/>
            <a:ext cx="3773488" cy="273208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0398655-42A6-4DBC-9542-9A8D10B44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59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FF7C44B-1689-4CA8-B0BC-0671EA127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D6105C8-7607-448C-9CD2-9CA33B49B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23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lIns="914400" tIns="182880" rIns="914400" anchor="ctr"/>
          <a:lstStyle>
            <a:lvl1pPr algn="ctr">
              <a:defRPr sz="5400" b="1" cap="all" spc="100" baseline="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3712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C6C658-B6F5-98D2-4D95-EA3030D6F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322" y="-7084"/>
            <a:ext cx="12212321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0065" y="2372810"/>
            <a:ext cx="4352081" cy="2129742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89480" y="0"/>
            <a:ext cx="539496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33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3FAF69-7EBE-817B-DCEA-4A159582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7515"/>
            <a:ext cx="4661648" cy="6871651"/>
          </a:xfrm>
          <a:prstGeom prst="rect">
            <a:avLst/>
          </a:prstGeom>
          <a:solidFill>
            <a:srgbClr val="4769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0FC4D-FDE2-42C3-B907-27B071B64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608" y="804862"/>
            <a:ext cx="3401992" cy="5121375"/>
          </a:xfrm>
          <a:prstGeom prst="rect">
            <a:avLst/>
          </a:prstGeom>
          <a:ln w="28575">
            <a:noFill/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F9403-8AE5-DF79-EFCF-E99EABB8341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79338" y="804863"/>
            <a:ext cx="5716587" cy="5248276"/>
          </a:xfrm>
          <a:prstGeom prst="rect">
            <a:avLst/>
          </a:prstGeom>
        </p:spPr>
        <p:txBody>
          <a:bodyPr anchor="ctr"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marL="73152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 marL="109728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 marL="146304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 marL="1828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38E30C9-543F-4532-B571-2F2EF52E7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9E2F8B6B-A63E-448F-86E5-CF3F12A29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EC1D779-DE8A-45DF-9A79-70F63DD68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9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7727" y="2060294"/>
            <a:ext cx="4359795" cy="2141316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009"/>
            <a:ext cx="5521124" cy="6878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20D097E-45D7-422E-A8D1-635C7DE9A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0878" y="4550199"/>
            <a:ext cx="4359795" cy="1790164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800" b="1" cap="all" spc="100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91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5AC9-F6E1-46F9-8810-475475E17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4980" y="706056"/>
            <a:ext cx="6323957" cy="1088020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52C02D9-C262-43C0-BE24-402661B059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495801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3273F-AE8F-21E6-A06E-52686D6549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5563" y="2291786"/>
            <a:ext cx="3017837" cy="3967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011C768-FB8E-F917-0CF9-C9B7DA4CAA6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473281" y="2294680"/>
            <a:ext cx="3136127" cy="3967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61AB9D5A-1951-48B0-9CAE-84FC869BE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3AEF9F4B-0EB4-4C9F-9159-80E393F3A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6BC4F905-196D-4DFF-9947-C56088B56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0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D970D0-182D-96E3-04B5-5D634F9C4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EFB40-063A-41A7-9581-865BBE62C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6143"/>
            <a:ext cx="10515600" cy="1229033"/>
          </a:xfrm>
          <a:prstGeom prst="rect">
            <a:avLst/>
          </a:prstGeom>
        </p:spPr>
        <p:txBody>
          <a:bodyPr anchor="b"/>
          <a:lstStyle>
            <a:lvl1pPr algn="ctr">
              <a:defRPr sz="2400" cap="all" spc="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453354-6167-7227-F443-F984688CC4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49775" y="2858625"/>
            <a:ext cx="3941763" cy="3338513"/>
          </a:xfrm>
          <a:prstGeom prst="rect">
            <a:avLst/>
          </a:prstGeom>
        </p:spPr>
        <p:txBody>
          <a:bodyPr/>
          <a:lstStyle>
            <a:lvl1pPr marL="347472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spc="100" baseline="0"/>
            </a:lvl1pPr>
            <a:lvl2pPr marL="6858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600" spc="100" baseline="0"/>
            </a:lvl2pPr>
            <a:lvl3pPr marL="11430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400" spc="100" baseline="0"/>
            </a:lvl3pPr>
            <a:lvl4pPr marL="16002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200" spc="100" baseline="0"/>
            </a:lvl4pPr>
            <a:lvl5pPr marL="20574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2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DA14B5C-C6A4-65FB-34DD-E1C0FF465FF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42681" y="2858625"/>
            <a:ext cx="6011119" cy="33385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800" spc="100" baseline="0"/>
            </a:lvl1pPr>
            <a:lvl2pPr marL="28575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2pPr>
            <a:lvl3pPr marL="6858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3pPr>
            <a:lvl4pPr marL="11430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4pPr>
            <a:lvl5pPr marL="16002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573EDDB2-8AC2-4A88-95EE-20082E77D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325A34CF-B8DC-4A28-86BC-8D450E3D3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F009426-0603-4EF7-8DE1-0CA50818F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5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1E109A-BBBE-498A-AC65-464AAF571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66915"/>
            <a:ext cx="2782529" cy="21630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408009F-7441-4960-8688-598E55377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4796" y="960385"/>
            <a:ext cx="6341212" cy="19696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721A019-F5C2-4A15-A6AE-C03209D1D7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716594"/>
            <a:ext cx="12192000" cy="31414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FE1DF53-32D0-456E-8221-7FCD23325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C108F1B-58C5-43B6-8251-B1392CA9A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530B1E0-03D4-4E5B-A2A7-903B17B30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21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5E8994-67B0-7A02-C300-323269156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2671" y="0"/>
            <a:ext cx="7659329" cy="6858000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96D4A-16D3-4C35-A383-2DF039D54C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3791" y="787869"/>
            <a:ext cx="2743200" cy="2142144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A6B5C4-24E3-C021-071B-DFF6C6CC49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3449" y="3429000"/>
            <a:ext cx="2920796" cy="29273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6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4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255611-8280-41F3-A5FA-821E144AEA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20928" y="787869"/>
            <a:ext cx="6292646" cy="54322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cap="all" baseline="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sz="1200" cap="all" baseline="0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sz="1200" cap="all" baseline="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53DB9-3C4B-4136-96D2-08A7D5AD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64841-801A-499A-BFD2-9731D2D8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78F9D-CD73-4D53-A871-D6C0B643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0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1225E-57F6-4605-A684-F9B30F1F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0559" y="1"/>
            <a:ext cx="4952999" cy="2182482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lIns="731520" rIns="731520"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93927AF-DF09-4CE5-8767-B2ECF0215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42932" y="0"/>
            <a:ext cx="7249067" cy="21824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8D114B-8AAB-41D6-AFCF-750066A65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728" y="2924355"/>
            <a:ext cx="3769525" cy="3300645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5C19A-AE6A-FEDE-6B3C-9B1701F4C5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3262" y="2932801"/>
            <a:ext cx="6411912" cy="3300851"/>
          </a:xfrm>
          <a:prstGeom prst="rect">
            <a:avLst/>
          </a:prstGeom>
        </p:spPr>
        <p:txBody>
          <a:bodyPr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1pPr>
            <a:lvl2pPr marL="9144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2pPr>
            <a:lvl3pPr marL="13716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3pPr>
            <a:lvl4pPr marL="18288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4pPr>
            <a:lvl5pPr marL="22860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751D887-2419-4911-A7CC-9B5A598D7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8B214E0-C574-4CE5-8FF0-E0F965A4A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033920-FB08-49F3-8A75-14E68EF78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95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6722F2-1968-8B82-9382-187D808D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F6663C8-5425-48D7-9E9D-F2B794222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1541"/>
            <a:ext cx="10515600" cy="1215894"/>
          </a:xfrm>
          <a:prstGeom prst="rect">
            <a:avLst/>
          </a:prstGeom>
        </p:spPr>
        <p:txBody>
          <a:bodyPr anchor="b"/>
          <a:lstStyle>
            <a:lvl1pPr algn="ctr">
              <a:defRPr sz="240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E7176063-74EF-4FC1-A687-2F5900412F5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59468" y="2674190"/>
            <a:ext cx="10494331" cy="3605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58ECB-2935-45B1-80F1-ED38302C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C42CC-A62B-40E8-907A-F15D7C21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E0735-85DE-48C3-8FE9-0754F9AB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061" y="1541398"/>
            <a:ext cx="4442603" cy="21248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34C23C4D-3C16-4A17-BF8A-A9C4E2F013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0061" y="3984426"/>
            <a:ext cx="4442603" cy="242499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71736" y="0"/>
            <a:ext cx="5420263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425779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02389-643A-44A3-9E32-4459CAEA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E221A-6F27-4890-B073-7BA27B8FB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06CAC-A122-486F-81C6-4299D83E9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1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73" r:id="rId3"/>
    <p:sldLayoutId id="2147483669" r:id="rId4"/>
    <p:sldLayoutId id="2147483651" r:id="rId5"/>
    <p:sldLayoutId id="2147483671" r:id="rId6"/>
    <p:sldLayoutId id="2147483652" r:id="rId7"/>
    <p:sldLayoutId id="2147483653" r:id="rId8"/>
    <p:sldLayoutId id="2147483650" r:id="rId9"/>
    <p:sldLayoutId id="2147483664" r:id="rId10"/>
    <p:sldLayoutId id="2147483659" r:id="rId11"/>
    <p:sldLayoutId id="2147483662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E4A4B5C-D71A-0CFA-A601-EB93F13F5A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50000"/>
          </a:blip>
          <a:srcRect/>
          <a:stretch/>
        </p:blipFill>
        <p:spPr>
          <a:xfrm>
            <a:off x="0" y="-2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0147929-8D39-DAA9-C3C5-4829D9C31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09" y="82853"/>
            <a:ext cx="9792182" cy="2187616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Secure Transport QR Code Authentication System (STQAS)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425F52-0FE3-0A5E-6590-7A5055BE4B36}"/>
              </a:ext>
            </a:extLst>
          </p:cNvPr>
          <p:cNvSpPr txBox="1"/>
          <p:nvPr/>
        </p:nvSpPr>
        <p:spPr>
          <a:xfrm>
            <a:off x="7831338" y="4973354"/>
            <a:ext cx="46336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Student: Chijioke Igwe</a:t>
            </a:r>
            <a:b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Supervisor: Cathryn Peoples</a:t>
            </a:r>
            <a:b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Programme</a:t>
            </a:r>
            <a: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Msc</a:t>
            </a:r>
            <a: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Cyber Security</a:t>
            </a:r>
            <a:endParaRPr lang="en-GB" sz="2000" dirty="0">
              <a:solidFill>
                <a:schemeClr val="accent3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268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565AB0FC-9FCD-FDB2-1D84-F3D855D83877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-2" y="838199"/>
            <a:ext cx="5040000" cy="6018179"/>
          </a:xfrm>
        </p:spPr>
      </p:pic>
      <p:sp>
        <p:nvSpPr>
          <p:cNvPr id="47" name="Title 46">
            <a:extLst>
              <a:ext uri="{FF2B5EF4-FFF2-40B4-BE49-F238E27FC236}">
                <a16:creationId xmlns:a16="http://schemas.microsoft.com/office/drawing/2014/main" id="{3F9E60C6-15AA-4C95-9519-652CD08A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6379"/>
            <a:ext cx="5039998" cy="821820"/>
          </a:xfrm>
        </p:spPr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AGENDA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3AADE-5119-8CE2-0DD5-2BD7E34032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30248" y="490591"/>
            <a:ext cx="4837005" cy="5876818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Research motivation</a:t>
            </a:r>
          </a:p>
          <a:p>
            <a:r>
              <a:rPr lang="en-US" dirty="0"/>
              <a:t>Artefact Overview</a:t>
            </a:r>
          </a:p>
          <a:p>
            <a:r>
              <a:rPr lang="en-US" dirty="0"/>
              <a:t>System Architecture (Three-Tier Model)</a:t>
            </a:r>
            <a:br>
              <a:rPr lang="en-US" dirty="0"/>
            </a:br>
            <a:r>
              <a:rPr lang="en-US" dirty="0"/>
              <a:t>UML Design Summary</a:t>
            </a:r>
            <a:br>
              <a:rPr lang="en-US" dirty="0"/>
            </a:br>
            <a:r>
              <a:rPr lang="en-US" dirty="0"/>
              <a:t>Core Components</a:t>
            </a:r>
          </a:p>
          <a:p>
            <a:r>
              <a:rPr lang="en-US" dirty="0"/>
              <a:t>Key Algorithm</a:t>
            </a:r>
          </a:p>
          <a:p>
            <a:r>
              <a:rPr lang="en-US" dirty="0"/>
              <a:t>Security Features</a:t>
            </a:r>
          </a:p>
          <a:p>
            <a:r>
              <a:rPr lang="en-US" dirty="0"/>
              <a:t>Testing and Deployment Plan</a:t>
            </a:r>
          </a:p>
          <a:p>
            <a:r>
              <a:rPr lang="en-US" dirty="0"/>
              <a:t>Performance Targets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A9558D5-EB6D-C2EA-C5E2-790769448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29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CDA2767E-38F3-49F7-BE02-EA3E6C7C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06" y="86699"/>
            <a:ext cx="3401992" cy="3471448"/>
          </a:xfrm>
          <a:ln>
            <a:noFill/>
          </a:ln>
        </p:spPr>
        <p:txBody>
          <a:bodyPr/>
          <a:lstStyle/>
          <a:p>
            <a:r>
              <a:rPr lang="en-US" noProof="0" dirty="0"/>
              <a:t>Introduction</a:t>
            </a:r>
            <a:endParaRPr lang="en-US" dirty="0"/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62192F0C-65C9-4E6D-9314-81FB7E4DB4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35571" y="2630078"/>
            <a:ext cx="5716587" cy="4091397"/>
          </a:xfrm>
        </p:spPr>
        <p:txBody>
          <a:bodyPr anchor="ctr"/>
          <a:lstStyle/>
          <a:p>
            <a:pPr marL="0" indent="0">
              <a:buNone/>
            </a:pPr>
            <a:r>
              <a:rPr lang="en-US" b="1" dirty="0"/>
              <a:t>Purpose of the STQAS</a:t>
            </a:r>
          </a:p>
          <a:p>
            <a:r>
              <a:rPr lang="en-US" dirty="0"/>
              <a:t>Address rising </a:t>
            </a:r>
            <a:r>
              <a:rPr lang="en-US" dirty="0" err="1"/>
              <a:t>quishing</a:t>
            </a:r>
            <a:r>
              <a:rPr lang="en-US" dirty="0"/>
              <a:t> attacks in the UK transport industry. There were 100 incidents recorded in 2019. However as of 2024, it has increased to 1,386.</a:t>
            </a:r>
          </a:p>
          <a:p>
            <a:r>
              <a:rPr lang="en-US" dirty="0"/>
              <a:t>Provide cryptographically secure QR code authentication.</a:t>
            </a:r>
          </a:p>
          <a:p>
            <a:r>
              <a:rPr lang="en-US" dirty="0"/>
              <a:t>Protect operators, passengers, and local authorities.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490171-2859-5322-0F76-C05597544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7CCEC8-43F8-71EA-6450-B7F8C502D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8146"/>
            <a:ext cx="4647414" cy="32998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2A0DF5-FA55-170E-0586-36FBC8F63AE4}"/>
              </a:ext>
            </a:extLst>
          </p:cNvPr>
          <p:cNvSpPr txBox="1"/>
          <p:nvPr/>
        </p:nvSpPr>
        <p:spPr>
          <a:xfrm>
            <a:off x="5335571" y="136525"/>
            <a:ext cx="5716587" cy="2682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proposed Secure Transport QR Code Authentication System (STQAS) is a secure framework to mitigate the security risks of </a:t>
            </a:r>
            <a:r>
              <a:rPr lang="en-US" dirty="0" err="1"/>
              <a:t>quishing</a:t>
            </a:r>
            <a:r>
              <a:rPr lang="en-US" dirty="0"/>
              <a:t> within the UK transport industry. 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Quishing</a:t>
            </a:r>
            <a:r>
              <a:rPr lang="en-US" dirty="0"/>
              <a:t> is  asocial engineering technique that utilizes QR codes to deceive unsuspecting users into revealing sensitive information or becoming victims of cyber attack.</a:t>
            </a:r>
          </a:p>
        </p:txBody>
      </p:sp>
    </p:spTree>
    <p:extLst>
      <p:ext uri="{BB962C8B-B14F-4D97-AF65-F5344CB8AC3E}">
        <p14:creationId xmlns:p14="http://schemas.microsoft.com/office/powerpoint/2010/main" val="65465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AEBF-73B2-2188-6E43-D85E8297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662" y="302424"/>
            <a:ext cx="4442603" cy="372183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D55896A-BADF-D31E-82E2-0F4474B5899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5973" y="1307977"/>
            <a:ext cx="6380583" cy="1666622"/>
          </a:xfrm>
        </p:spPr>
        <p:txBody>
          <a:bodyPr/>
          <a:lstStyle/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Escalating Threat Landscape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Quishing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Incidents: 100 -&gt; 1,386 (2019 – 2024).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Financial Losses: £150k -&gt; £3.5m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QR phishing share: 0.8% -&gt; 10.8%</a:t>
            </a:r>
          </a:p>
        </p:txBody>
      </p:sp>
      <p:pic>
        <p:nvPicPr>
          <p:cNvPr id="7" name="Picture Placeholder 4">
            <a:extLst>
              <a:ext uri="{FF2B5EF4-FFF2-40B4-BE49-F238E27FC236}">
                <a16:creationId xmlns:a16="http://schemas.microsoft.com/office/drawing/2014/main" id="{DA3FAC68-747F-999F-4EF5-874B39A6DD5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655" r="23655"/>
          <a:stretch/>
        </p:blipFill>
        <p:spPr>
          <a:xfrm>
            <a:off x="6771736" y="10"/>
            <a:ext cx="5420263" cy="6857990"/>
          </a:xfrm>
          <a:prstGeom prst="rect">
            <a:avLst/>
          </a:prstGeom>
          <a:noFill/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B51885A6-2008-15E5-517B-3CBBFE99B1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F4AD99-187A-8E1E-29DB-7448BA647531}"/>
              </a:ext>
            </a:extLst>
          </p:cNvPr>
          <p:cNvSpPr txBox="1"/>
          <p:nvPr/>
        </p:nvSpPr>
        <p:spPr>
          <a:xfrm>
            <a:off x="235973" y="3429000"/>
            <a:ext cx="60977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Behavioural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Gaps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33% of users check URLs before they scan.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19% of staff within the UK businesses receive cybersecurity training.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15% of transport operators and authorities conduct daily infrastructural checks. </a:t>
            </a:r>
          </a:p>
        </p:txBody>
      </p:sp>
    </p:spTree>
    <p:extLst>
      <p:ext uri="{BB962C8B-B14F-4D97-AF65-F5344CB8AC3E}">
        <p14:creationId xmlns:p14="http://schemas.microsoft.com/office/powerpoint/2010/main" val="788226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D556-BB04-7F6C-E5A4-1A6D8CEA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A11A6861-6118-22CE-5038-FC20C4FC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208" y="804861"/>
            <a:ext cx="3401992" cy="1065034"/>
          </a:xfrm>
          <a:ln>
            <a:noFill/>
          </a:ln>
        </p:spPr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Research motivation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A25F5A73-CC91-E96C-6616-81D0955512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79338" y="804863"/>
            <a:ext cx="5716587" cy="5248276"/>
          </a:xfrm>
        </p:spPr>
        <p:txBody>
          <a:bodyPr anchor="ctr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QR codes widely deployed across transport hubs.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Attackers exploit physical accessibility.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Inadequate cryptographic signing in current deployments.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Need for sector-wide,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standardised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verifiable solution.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E049D0-E1BB-13A0-7E69-8C03C4D73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C8D1DE-B256-EF5E-85CD-C30995610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44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62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EAB21749-21E0-B555-8423-AF94BE383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9584" y="241768"/>
            <a:ext cx="8662416" cy="549342"/>
          </a:xfrm>
        </p:spPr>
        <p:txBody>
          <a:bodyPr/>
          <a:lstStyle/>
          <a:p>
            <a:r>
              <a:rPr lang="en-US"/>
              <a:t>Artefact overview</a:t>
            </a:r>
            <a:endParaRPr lang="en-US" dirty="0"/>
          </a:p>
        </p:txBody>
      </p:sp>
      <p:pic>
        <p:nvPicPr>
          <p:cNvPr id="12" name="Picture Placeholder 20">
            <a:extLst>
              <a:ext uri="{FF2B5EF4-FFF2-40B4-BE49-F238E27FC236}">
                <a16:creationId xmlns:a16="http://schemas.microsoft.com/office/drawing/2014/main" id="{C082290F-76CE-97A7-ECB5-83B0FEA27B3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/>
          <a:stretch/>
        </p:blipFill>
        <p:spPr>
          <a:xfrm>
            <a:off x="0" y="-9010"/>
            <a:ext cx="3529584" cy="6867009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D15DC2-8425-2530-3D59-ABE5D5C4A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A57F8-0FD2-3819-E334-3A54FA9919EE}"/>
              </a:ext>
            </a:extLst>
          </p:cNvPr>
          <p:cNvSpPr txBox="1"/>
          <p:nvPr/>
        </p:nvSpPr>
        <p:spPr>
          <a:xfrm>
            <a:off x="3529584" y="1041888"/>
            <a:ext cx="8662416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User groups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cap="none" dirty="0">
                <a:latin typeface="Arial" panose="020B0604020202020204" pitchFamily="34" charset="0"/>
                <a:cs typeface="Arial" panose="020B0604020202020204" pitchFamily="34" charset="0"/>
              </a:rPr>
              <a:t>Transport operators: </a:t>
            </a:r>
            <a:r>
              <a:rPr lang="en-GB" sz="1400" b="0" cap="none" dirty="0">
                <a:latin typeface="Arial" panose="020B0604020202020204" pitchFamily="34" charset="0"/>
                <a:cs typeface="Arial" panose="020B0604020202020204" pitchFamily="34" charset="0"/>
              </a:rPr>
              <a:t>These are users of the system who generate secure QR codes, registers domains and configures security settings. </a:t>
            </a:r>
            <a:r>
              <a:rPr lang="en-US" sz="1400" b="0" cap="none" dirty="0">
                <a:latin typeface="Arial" panose="020B0604020202020204" pitchFamily="34" charset="0"/>
                <a:cs typeface="Arial" panose="020B0604020202020204" pitchFamily="34" charset="0"/>
              </a:rPr>
              <a:t>Could be rail operators (LNER, Great Western Railway, Northern Trains), bus and coach operators (Stagecoach, National Express, Flixbus), logistics, haulage and postal operators (Royal Mail, </a:t>
            </a:r>
            <a:r>
              <a:rPr lang="en-US" sz="1400" b="0" cap="none" dirty="0" err="1">
                <a:latin typeface="Arial" panose="020B0604020202020204" pitchFamily="34" charset="0"/>
                <a:cs typeface="Arial" panose="020B0604020202020204" pitchFamily="34" charset="0"/>
              </a:rPr>
              <a:t>Evri</a:t>
            </a:r>
            <a:r>
              <a:rPr lang="en-US" sz="1400" b="0" cap="none" dirty="0">
                <a:latin typeface="Arial" panose="020B0604020202020204" pitchFamily="34" charset="0"/>
                <a:cs typeface="Arial" panose="020B0604020202020204" pitchFamily="34" charset="0"/>
              </a:rPr>
              <a:t>, DPD), air and Maritime operators (British Airways, EasyJet, Heathrow Airport Holdings, P&amp;O Ferries).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cap="none" dirty="0">
                <a:latin typeface="Arial" panose="020B0604020202020204" pitchFamily="34" charset="0"/>
                <a:cs typeface="Arial" panose="020B0604020202020204" pitchFamily="34" charset="0"/>
              </a:rPr>
              <a:t>End users: </a:t>
            </a:r>
            <a:r>
              <a:rPr lang="en-GB" sz="1400" b="0" cap="none" dirty="0">
                <a:latin typeface="Arial" panose="020B0604020202020204" pitchFamily="34" charset="0"/>
                <a:cs typeface="Arial" panose="020B0604020202020204" pitchFamily="34" charset="0"/>
              </a:rPr>
              <a:t>These users Scan QR codes, view security status and report suspicious activities/codes.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cap="none" dirty="0">
                <a:latin typeface="Arial" panose="020B0604020202020204" pitchFamily="34" charset="0"/>
                <a:cs typeface="Arial" panose="020B0604020202020204" pitchFamily="34" charset="0"/>
              </a:rPr>
              <a:t>Transport Authorities: </a:t>
            </a:r>
            <a:r>
              <a:rPr lang="en-GB" sz="1400" b="0" cap="none" dirty="0">
                <a:latin typeface="Arial" panose="020B0604020202020204" pitchFamily="34" charset="0"/>
                <a:cs typeface="Arial" panose="020B0604020202020204" pitchFamily="34" charset="0"/>
              </a:rPr>
              <a:t>The local authority monitor infrastructure, review incident reports and issue security alerts such as l</a:t>
            </a:r>
            <a:r>
              <a:rPr lang="en-US" sz="1400" b="0" cap="none" dirty="0" err="1">
                <a:latin typeface="Arial" panose="020B0604020202020204" pitchFamily="34" charset="0"/>
                <a:cs typeface="Arial" panose="020B0604020202020204" pitchFamily="34" charset="0"/>
              </a:rPr>
              <a:t>ocal</a:t>
            </a:r>
            <a:r>
              <a:rPr lang="en-US" sz="1400" b="0" cap="none" dirty="0">
                <a:latin typeface="Arial" panose="020B0604020202020204" pitchFamily="34" charset="0"/>
                <a:cs typeface="Arial" panose="020B0604020202020204" pitchFamily="34" charset="0"/>
              </a:rPr>
              <a:t> councils, the Transport for London, the Transport for Greater Manchester.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A829FE-4490-F0F7-9BE3-844FBC4FFA4B}"/>
              </a:ext>
            </a:extLst>
          </p:cNvPr>
          <p:cNvSpPr txBox="1"/>
          <p:nvPr/>
        </p:nvSpPr>
        <p:spPr>
          <a:xfrm>
            <a:off x="3529584" y="4253541"/>
            <a:ext cx="8662416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STQAS Provides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cap="none" dirty="0">
                <a:latin typeface="Arial" panose="020B0604020202020204" pitchFamily="34" charset="0"/>
                <a:cs typeface="Arial" panose="020B0604020202020204" pitchFamily="34" charset="0"/>
              </a:rPr>
              <a:t>Cryptographically signed QR codes. Using the Elliptic Curve Digital Signature Algorithm (ECDSA) in combination with hash algorithm SHA-256.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cap="none" dirty="0">
                <a:latin typeface="Arial" panose="020B0604020202020204" pitchFamily="34" charset="0"/>
                <a:cs typeface="Arial" panose="020B0604020202020204" pitchFamily="34" charset="0"/>
              </a:rPr>
              <a:t>Real-time verification.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Threat intelligence integration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cap="none" dirty="0">
                <a:latin typeface="Arial" panose="020B0604020202020204" pitchFamily="34" charset="0"/>
                <a:cs typeface="Arial" panose="020B0604020202020204" pitchFamily="34" charset="0"/>
              </a:rPr>
              <a:t>Automated fraud detection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User-friendly risk indicators. </a:t>
            </a:r>
            <a:endParaRPr lang="en-US" sz="1400" b="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87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BA3D-9921-C7FC-BC8D-5FC0FFA6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559" y="1"/>
            <a:ext cx="4952999" cy="2182482"/>
          </a:xfrm>
          <a:solidFill>
            <a:srgbClr val="2654E6">
              <a:alpha val="91765"/>
            </a:srgbClr>
          </a:solidFill>
        </p:spPr>
        <p:txBody>
          <a:bodyPr anchor="ctr">
            <a:normAutofit/>
          </a:bodyPr>
          <a:lstStyle/>
          <a:p>
            <a:r>
              <a:rPr lang="en-US" dirty="0"/>
              <a:t>System architecture</a:t>
            </a:r>
          </a:p>
        </p:txBody>
      </p:sp>
      <p:pic>
        <p:nvPicPr>
          <p:cNvPr id="7" name="Picture Placeholder 26">
            <a:extLst>
              <a:ext uri="{FF2B5EF4-FFF2-40B4-BE49-F238E27FC236}">
                <a16:creationId xmlns:a16="http://schemas.microsoft.com/office/drawing/2014/main" id="{839F036C-A908-D88B-93D2-2FC59D5D12A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9515" r="2" b="37897"/>
          <a:stretch>
            <a:fillRect/>
          </a:stretch>
        </p:blipFill>
        <p:spPr>
          <a:xfrm>
            <a:off x="4942440" y="37481"/>
            <a:ext cx="7249067" cy="2182473"/>
          </a:xfr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4B294B-3C01-ED06-AA96-7FF46F3D2A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86479" y="3429000"/>
            <a:ext cx="2418772" cy="1638120"/>
          </a:xfrm>
        </p:spPr>
        <p:txBody>
          <a:bodyPr anchor="t">
            <a:normAutofit fontScale="92500" lnSpcReduction="10000"/>
          </a:bodyPr>
          <a:lstStyle/>
          <a:p>
            <a:r>
              <a:rPr lang="en-US" b="1" dirty="0"/>
              <a:t>Presentation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Mobile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Admin Console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45A76-E100-EFC9-2708-1B1481747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761D08-D67F-9AA3-4EDC-2BFBFC3B6E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620" y="2397754"/>
            <a:ext cx="6971030" cy="41809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1909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CC0C3-1502-34BD-D7BB-F1C8D7E94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3CA63-209F-C09A-C463-7518A7DE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559" y="1"/>
            <a:ext cx="4952999" cy="2182482"/>
          </a:xfrm>
          <a:solidFill>
            <a:srgbClr val="2F9727">
              <a:alpha val="91765"/>
            </a:srgbClr>
          </a:solidFill>
        </p:spPr>
        <p:txBody>
          <a:bodyPr anchor="ctr">
            <a:normAutofit/>
          </a:bodyPr>
          <a:lstStyle/>
          <a:p>
            <a:r>
              <a:rPr lang="en-US" dirty="0"/>
              <a:t>System architecture</a:t>
            </a:r>
          </a:p>
        </p:txBody>
      </p:sp>
      <p:pic>
        <p:nvPicPr>
          <p:cNvPr id="7" name="Picture Placeholder 26">
            <a:extLst>
              <a:ext uri="{FF2B5EF4-FFF2-40B4-BE49-F238E27FC236}">
                <a16:creationId xmlns:a16="http://schemas.microsoft.com/office/drawing/2014/main" id="{071D267E-FFA2-4D2F-F34F-85F6D60B89F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9515" r="2" b="37897"/>
          <a:stretch>
            <a:fillRect/>
          </a:stretch>
        </p:blipFill>
        <p:spPr>
          <a:xfrm>
            <a:off x="4942440" y="37481"/>
            <a:ext cx="7249067" cy="2182473"/>
          </a:xfr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79D50B-1624-B4F3-1ACB-1D698F6BA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86478" y="3428999"/>
            <a:ext cx="2533071" cy="1990725"/>
          </a:xfrm>
        </p:spPr>
        <p:txBody>
          <a:bodyPr anchor="t">
            <a:normAutofit fontScale="92500" lnSpcReduction="10000"/>
          </a:bodyPr>
          <a:lstStyle/>
          <a:p>
            <a:r>
              <a:rPr lang="en-US" b="1" dirty="0"/>
              <a:t>Application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QR Generator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Threat 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Alerts and Audit</a:t>
            </a:r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22A3C-48C1-ED01-478F-26C4DAD25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339231-5CB3-84F0-0866-56CE463777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441" y="2182483"/>
            <a:ext cx="7249066" cy="4638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3507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63424-0EF8-7160-87E9-A0464808F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847D-8A67-7C71-A938-BCDB7C494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559" y="1"/>
            <a:ext cx="4952999" cy="2182482"/>
          </a:xfrm>
          <a:solidFill>
            <a:srgbClr val="E15E0D">
              <a:alpha val="91765"/>
            </a:srgbClr>
          </a:solidFill>
        </p:spPr>
        <p:txBody>
          <a:bodyPr anchor="ctr">
            <a:normAutofit/>
          </a:bodyPr>
          <a:lstStyle/>
          <a:p>
            <a:r>
              <a:rPr lang="en-US" dirty="0"/>
              <a:t>System architecture</a:t>
            </a:r>
          </a:p>
        </p:txBody>
      </p:sp>
      <p:pic>
        <p:nvPicPr>
          <p:cNvPr id="7" name="Picture Placeholder 26">
            <a:extLst>
              <a:ext uri="{FF2B5EF4-FFF2-40B4-BE49-F238E27FC236}">
                <a16:creationId xmlns:a16="http://schemas.microsoft.com/office/drawing/2014/main" id="{94E10F5E-93FB-6B46-7398-0D9337F3D1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9515" r="2" b="37897"/>
          <a:stretch>
            <a:fillRect/>
          </a:stretch>
        </p:blipFill>
        <p:spPr>
          <a:xfrm>
            <a:off x="4942440" y="37481"/>
            <a:ext cx="7249067" cy="2182473"/>
          </a:xfr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EB7638-AEF7-6E3A-149B-4C7A4316B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86478" y="3428999"/>
            <a:ext cx="2533071" cy="1990725"/>
          </a:xfrm>
        </p:spPr>
        <p:txBody>
          <a:bodyPr anchor="t">
            <a:normAutofit fontScale="92500" lnSpcReduction="10000"/>
          </a:bodyPr>
          <a:lstStyle/>
          <a:p>
            <a:r>
              <a:rPr lang="en-US" b="1" dirty="0"/>
              <a:t>Data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Operator database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Threat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Logs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Backups</a:t>
            </a:r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F0294-4DDA-33FB-DD90-4B91827EB6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2D9E85-C050-A463-0D38-FA460BF5AE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440" y="2257434"/>
            <a:ext cx="7249067" cy="46005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721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EBCE7-CFB2-6B18-5880-678C1631C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74C4BC-1BD2-CB26-9143-896736D1D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3063864" cy="790574"/>
          </a:xfrm>
        </p:spPr>
        <p:txBody>
          <a:bodyPr/>
          <a:lstStyle/>
          <a:p>
            <a:r>
              <a:rPr lang="en-US" dirty="0"/>
              <a:t>UML Design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20385-E6EF-3A77-57A0-D0BF2C4AF5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8698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B78E-25CF-5A61-F39E-0637FB28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AA5F07-C887-8108-BE06-090311EA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3063864" cy="790574"/>
          </a:xfrm>
        </p:spPr>
        <p:txBody>
          <a:bodyPr/>
          <a:lstStyle/>
          <a:p>
            <a:r>
              <a:rPr lang="en-US" dirty="0"/>
              <a:t>UML Design summary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301CFF-9D1E-76C2-4E24-74071EB38F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6371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C60659A-3CB4-E803-7EF4-7D9F24720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7620001" cy="6858000"/>
          </a:xfrm>
          <a:prstGeom prst="rect">
            <a:avLst/>
          </a:prstGeom>
          <a:noFill/>
        </p:spPr>
      </p:pic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B4FCD459-3876-9D45-9428-1DA343BAC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55A63C-CE84-FC65-1995-51F0E15FB850}"/>
              </a:ext>
            </a:extLst>
          </p:cNvPr>
          <p:cNvSpPr txBox="1"/>
          <p:nvPr/>
        </p:nvSpPr>
        <p:spPr>
          <a:xfrm>
            <a:off x="7781925" y="0"/>
            <a:ext cx="4410075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Steps 1-5: First scan, extraction of payload, and verification of signature based on ECDSA with the use of public key infrastructure.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Steps 6-8: Checking of timestamps, checking of threat databases, and blacklist.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Steps 9-10 Whitelist verification and calculation of the overall risk score.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Processing steps 11-16: Three outcomes of the risk-based response: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- lowest risk ( 0-29): green signal, Verified Safe message.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- Medium Risk (30-69): Amber alert, have caution, message.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- High risk (70-100): Red alert, security incident registered, message "SUSPICIOUS - Do Not Proceed"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058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A6EA623-FC3F-8EBD-1C1B-072A21C2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143"/>
            <a:ext cx="10515600" cy="434719"/>
          </a:xfrm>
        </p:spPr>
        <p:txBody>
          <a:bodyPr/>
          <a:lstStyle/>
          <a:p>
            <a:r>
              <a:rPr lang="en-US" noProof="0" dirty="0"/>
              <a:t>Technical Core components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BA4F5C-B74F-2580-2C17-9931DAB919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2363325"/>
            <a:ext cx="3941763" cy="333851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Enhanced QR Code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ECDSA signatures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SHA-256 hashing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Embedded metadata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861FF45-BE19-75F7-FDF6-3CF0D85A8F0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09181" y="2363325"/>
            <a:ext cx="3534619" cy="3497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Verification Layer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PKI-based signature checks.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Timestamp freshness (&lt;24 hours)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Whitelist and threat database checks.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347400-F1A2-FAFC-8A83-9280B6C44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78BD6-1BF3-EBEB-41B2-CBE50DDD77D9}"/>
              </a:ext>
            </a:extLst>
          </p:cNvPr>
          <p:cNvSpPr txBox="1"/>
          <p:nvPr/>
        </p:nvSpPr>
        <p:spPr>
          <a:xfrm>
            <a:off x="7943850" y="2373975"/>
            <a:ext cx="3941763" cy="2122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Threat Detection Engine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Machine Learning (ML) – based URL pattern analysis.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Heuristic anomaly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Real-time intelligence feeds. </a:t>
            </a:r>
          </a:p>
        </p:txBody>
      </p:sp>
    </p:spTree>
    <p:extLst>
      <p:ext uri="{BB962C8B-B14F-4D97-AF65-F5344CB8AC3E}">
        <p14:creationId xmlns:p14="http://schemas.microsoft.com/office/powerpoint/2010/main" val="3299512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297C2-DF10-2074-9BCA-DE5B48DB2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A292C3-50C8-D36D-B3B1-64E5BADE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436" y="103123"/>
            <a:ext cx="3765789" cy="315977"/>
          </a:xfrm>
        </p:spPr>
        <p:txBody>
          <a:bodyPr/>
          <a:lstStyle/>
          <a:p>
            <a:r>
              <a:rPr lang="en-US" dirty="0"/>
              <a:t>Key algorithm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2C2BD6-BF3C-E086-A786-8E20830EB6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918929" y="1890631"/>
            <a:ext cx="2632314" cy="3073599"/>
          </a:xfrm>
        </p:spPr>
        <p:txBody>
          <a:bodyPr/>
          <a:lstStyle/>
          <a:p>
            <a:pPr algn="l"/>
            <a:r>
              <a:rPr lang="en-US" b="1" dirty="0"/>
              <a:t>Generation Algorithm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Retrieve private key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Construct payload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SHA-256 hash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ECDSA signature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Encode QR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82D05E-0F13-D290-411E-008E009A7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0" y="3135"/>
            <a:ext cx="6229350" cy="685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86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02E10-8A29-A9FD-021B-CF04BA570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169E23-2496-36B2-B970-DF6E1FD4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436" y="103123"/>
            <a:ext cx="3765789" cy="315977"/>
          </a:xfrm>
        </p:spPr>
        <p:txBody>
          <a:bodyPr/>
          <a:lstStyle/>
          <a:p>
            <a:r>
              <a:rPr lang="en-US" dirty="0"/>
              <a:t>Key algorithm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E2D57E-483E-EE7D-82B9-3C8B89A56EE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918928" y="1890631"/>
            <a:ext cx="2976921" cy="3452894"/>
          </a:xfrm>
        </p:spPr>
        <p:txBody>
          <a:bodyPr/>
          <a:lstStyle/>
          <a:p>
            <a:pPr algn="l"/>
            <a:r>
              <a:rPr lang="en-US" b="1" dirty="0"/>
              <a:t>Verification Algorithm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Extract payload.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Retrieve public key.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Verify signature.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Check timestamp.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Query whitelist and threat database.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Produce risk 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9AC37B-616A-D3C9-593C-EA839A892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122" y="0"/>
            <a:ext cx="58368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23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78B34-5394-9F2D-3A17-3D915E94E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F109-4574-BFF0-7CF4-559C7C951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662" y="302424"/>
            <a:ext cx="4442603" cy="372183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Security features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6D135A3-9D62-B09E-689E-AEB1F0EEEC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5973" y="1307976"/>
            <a:ext cx="6380583" cy="2663949"/>
          </a:xfrm>
        </p:spPr>
        <p:txBody>
          <a:bodyPr/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security features of the STQAS system are: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URL preview with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colour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-coded indicators.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Domain whitelisting.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Real-time threat intelligence.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 confirmation and one-click reporting.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Multi-factor authentication for operators.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Placeholder 4">
            <a:extLst>
              <a:ext uri="{FF2B5EF4-FFF2-40B4-BE49-F238E27FC236}">
                <a16:creationId xmlns:a16="http://schemas.microsoft.com/office/drawing/2014/main" id="{1A8E2A37-971A-470D-E9DA-2831221A15C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7825" b="7825"/>
          <a:stretch/>
        </p:blipFill>
        <p:spPr>
          <a:xfrm>
            <a:off x="6771737" y="-171440"/>
            <a:ext cx="5420263" cy="6857990"/>
          </a:xfrm>
          <a:prstGeom prst="rect">
            <a:avLst/>
          </a:prstGeom>
          <a:noFill/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3AE968BF-C3F6-C342-001D-6DC889E1408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92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682336-2973-D5FA-2FBF-7B9AA0E5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060" y="748747"/>
            <a:ext cx="4442603" cy="2124827"/>
          </a:xfrm>
        </p:spPr>
        <p:txBody>
          <a:bodyPr anchor="ctr">
            <a:normAutofit/>
          </a:bodyPr>
          <a:lstStyle/>
          <a:p>
            <a:r>
              <a:rPr lang="en-US" dirty="0"/>
              <a:t>Testing and deployment plan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622C2C2A-DE50-E0B7-C018-3DCB867E36A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30059" y="3536751"/>
            <a:ext cx="4442603" cy="2424999"/>
          </a:xfrm>
        </p:spPr>
        <p:txBody>
          <a:bodyPr anchor="t">
            <a:normAutofit/>
          </a:bodyPr>
          <a:lstStyle/>
          <a:p>
            <a:pPr marL="0" indent="0" algn="l">
              <a:buNone/>
            </a:pPr>
            <a:r>
              <a:rPr lang="en-GB" b="1" dirty="0"/>
              <a:t>Phase 1</a:t>
            </a:r>
            <a:r>
              <a:rPr lang="en-GB" dirty="0"/>
              <a:t>: Piloted on a single transport hub with extensive monitoring</a:t>
            </a:r>
            <a:r>
              <a:rPr lang="en-US" dirty="0"/>
              <a:t>.</a:t>
            </a:r>
          </a:p>
          <a:p>
            <a:pPr marL="0" indent="0" algn="l">
              <a:buNone/>
            </a:pPr>
            <a:r>
              <a:rPr lang="en-US" b="1" dirty="0"/>
              <a:t>Phase 2</a:t>
            </a:r>
            <a:r>
              <a:rPr lang="en-US" dirty="0"/>
              <a:t>: </a:t>
            </a:r>
            <a:r>
              <a:rPr lang="en-GB" dirty="0"/>
              <a:t>Expanded to the network of one operator.</a:t>
            </a:r>
          </a:p>
          <a:p>
            <a:pPr marL="0" indent="0" algn="l">
              <a:buNone/>
            </a:pPr>
            <a:r>
              <a:rPr lang="en-GB" b="1" dirty="0"/>
              <a:t>Phase 3</a:t>
            </a:r>
            <a:r>
              <a:rPr lang="en-GB" dirty="0"/>
              <a:t>: City-wide implementation with multiple operators. </a:t>
            </a:r>
            <a:endParaRPr lang="en-US" dirty="0"/>
          </a:p>
        </p:txBody>
      </p:sp>
      <p:pic>
        <p:nvPicPr>
          <p:cNvPr id="60" name="Picture Placeholder 59">
            <a:extLst>
              <a:ext uri="{FF2B5EF4-FFF2-40B4-BE49-F238E27FC236}">
                <a16:creationId xmlns:a16="http://schemas.microsoft.com/office/drawing/2014/main" id="{203BE455-3949-41E3-AD2E-8F6C87C3836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4542" b="14288"/>
          <a:stretch>
            <a:fillRect/>
          </a:stretch>
        </p:blipFill>
        <p:spPr>
          <a:xfrm>
            <a:off x="6771736" y="10"/>
            <a:ext cx="5420263" cy="6857990"/>
          </a:xfrm>
          <a:noFill/>
        </p:spPr>
      </p:pic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98B4D8E8-D0EF-11C8-495B-3876957CDB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17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D353609C-AFD0-2BF5-05CC-2430B957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061" y="598423"/>
            <a:ext cx="4442603" cy="2124827"/>
          </a:xfrm>
        </p:spPr>
        <p:txBody>
          <a:bodyPr anchor="ctr">
            <a:normAutofit/>
          </a:bodyPr>
          <a:lstStyle/>
          <a:p>
            <a:r>
              <a:rPr lang="en-US" dirty="0"/>
              <a:t>Performance targets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C52C13-996F-4CF8-BBA5-F6CC233475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30061" y="3584376"/>
            <a:ext cx="5127864" cy="2424999"/>
          </a:xfrm>
        </p:spPr>
        <p:txBody>
          <a:bodyPr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dirty="0"/>
              <a:t>Verification: Verification time should be less than 2 seconds. 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False positives: This should be less than 1%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User Adoption: High</a:t>
            </a:r>
          </a:p>
        </p:txBody>
      </p:sp>
      <p:pic>
        <p:nvPicPr>
          <p:cNvPr id="19" name="Picture Placeholder 14">
            <a:extLst>
              <a:ext uri="{FF2B5EF4-FFF2-40B4-BE49-F238E27FC236}">
                <a16:creationId xmlns:a16="http://schemas.microsoft.com/office/drawing/2014/main" id="{D6CFF55D-EA3F-6E9D-3301-8FFC1310C3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9261" r="27982" b="-1"/>
          <a:stretch>
            <a:fillRect/>
          </a:stretch>
        </p:blipFill>
        <p:spPr>
          <a:xfrm>
            <a:off x="6771736" y="10"/>
            <a:ext cx="5420263" cy="6857990"/>
          </a:xfrm>
          <a:noFill/>
        </p:spPr>
      </p:pic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06EA18F1-1CB3-04BA-3FB2-530F2637A3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8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8664F-8EF3-5894-677E-D94F45560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D38AEED-F5A9-DF62-CF03-5746DBDCD45E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-2" y="16379"/>
            <a:ext cx="5040000" cy="6840000"/>
          </a:xfrm>
        </p:spPr>
      </p:pic>
      <p:sp>
        <p:nvSpPr>
          <p:cNvPr id="47" name="Title 46">
            <a:extLst>
              <a:ext uri="{FF2B5EF4-FFF2-40B4-BE49-F238E27FC236}">
                <a16:creationId xmlns:a16="http://schemas.microsoft.com/office/drawing/2014/main" id="{88724A3C-B4A0-5F78-D420-B8F4DCEBD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115928"/>
            <a:ext cx="3524250" cy="2160644"/>
          </a:xfrm>
        </p:spPr>
        <p:txBody>
          <a:bodyPr/>
          <a:lstStyle/>
          <a:p>
            <a:r>
              <a:rPr lang="en-US" noProof="0" dirty="0"/>
              <a:t>Conclusion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91E4751-9D60-09C0-B119-78CC4007C0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474571"/>
            <a:ext cx="5039998" cy="13670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100BC-600B-4A63-77BB-DE8F9BBF6C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2624" y="16379"/>
            <a:ext cx="6429375" cy="6825242"/>
          </a:xfrm>
        </p:spPr>
        <p:txBody>
          <a:bodyPr/>
          <a:lstStyle/>
          <a:p>
            <a:r>
              <a:rPr lang="en-US" dirty="0"/>
              <a:t>STQAS delivers: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cryptographic assurance.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Intelligent threat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Policy-aligned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Measurable uplift in public safety.</a:t>
            </a:r>
          </a:p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DE6271D-B628-B0E9-D1B0-2528238B8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507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CBCD3B-EAB4-87E8-85AB-C9DDB716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061" y="1541398"/>
            <a:ext cx="4442603" cy="212482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335026-4908-B82C-0C3C-4E5E0498CB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Chijioke Igwe</a:t>
            </a:r>
          </a:p>
          <a:p>
            <a:r>
              <a:rPr lang="en-US" dirty="0"/>
              <a:t>2026</a:t>
            </a:r>
          </a:p>
          <a:p>
            <a:r>
              <a:rPr lang="en-US" dirty="0"/>
              <a:t>​</a:t>
            </a:r>
          </a:p>
          <a:p>
            <a:endParaRPr lang="en-US" dirty="0"/>
          </a:p>
        </p:txBody>
      </p:sp>
      <p:pic>
        <p:nvPicPr>
          <p:cNvPr id="15" name="Picture Placeholder 14" descr="A close up of a leaf">
            <a:extLst>
              <a:ext uri="{FF2B5EF4-FFF2-40B4-BE49-F238E27FC236}">
                <a16:creationId xmlns:a16="http://schemas.microsoft.com/office/drawing/2014/main" id="{C59CFD32-0A41-78F6-63F2-D8BBA2F23D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55" r="55"/>
          <a:stretch/>
        </p:blipFill>
        <p:spPr>
          <a:xfrm>
            <a:off x="6771736" y="0"/>
            <a:ext cx="5420263" cy="6858000"/>
          </a:xfrm>
        </p:spPr>
      </p:pic>
    </p:spTree>
    <p:extLst>
      <p:ext uri="{BB962C8B-B14F-4D97-AF65-F5344CB8AC3E}">
        <p14:creationId xmlns:p14="http://schemas.microsoft.com/office/powerpoint/2010/main" val="301015108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4D0E9"/>
      </a:accent1>
      <a:accent2>
        <a:srgbClr val="476977"/>
      </a:accent2>
      <a:accent3>
        <a:srgbClr val="79BBE9"/>
      </a:accent3>
      <a:accent4>
        <a:srgbClr val="6B8043"/>
      </a:accent4>
      <a:accent5>
        <a:srgbClr val="9ACF21"/>
      </a:accent5>
      <a:accent6>
        <a:srgbClr val="CFDCA5"/>
      </a:accent6>
      <a:hlink>
        <a:srgbClr val="0563C1"/>
      </a:hlink>
      <a:folHlink>
        <a:srgbClr val="954F72"/>
      </a:folHlink>
    </a:clrScheme>
    <a:fontScheme name="Custom 26">
      <a:majorFont>
        <a:latin typeface="Tenorite Bold"/>
        <a:ea typeface=""/>
        <a:cs typeface=""/>
      </a:majorFont>
      <a:minorFont>
        <a:latin typeface="Tenorite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175_Win32_SL_V6" id="{2596AF0E-92BF-4F5A-A2A1-B1C9D33CD0CE}" vid="{0709752F-9199-467A-B305-5274ECB683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19A644-6410-4EC7-894C-877E70305DF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9424615-5FE5-4F43-AE24-3BC9A05326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AD180A-D253-4F84-BD24-8EE736E655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Verdant pitch deck</Template>
  <TotalTime>0</TotalTime>
  <Words>894</Words>
  <Application>Microsoft Office PowerPoint</Application>
  <PresentationFormat>Widescreen</PresentationFormat>
  <Paragraphs>148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Tenorite </vt:lpstr>
      <vt:lpstr>Tenorite Bold</vt:lpstr>
      <vt:lpstr>Custom</vt:lpstr>
      <vt:lpstr>Secure Transport QR Code Authentication System (STQAS) </vt:lpstr>
      <vt:lpstr>AGENDA</vt:lpstr>
      <vt:lpstr>Introduction</vt:lpstr>
      <vt:lpstr>Problem Statement</vt:lpstr>
      <vt:lpstr>Research motivation</vt:lpstr>
      <vt:lpstr>Artefact overview</vt:lpstr>
      <vt:lpstr>System architecture</vt:lpstr>
      <vt:lpstr>System architecture</vt:lpstr>
      <vt:lpstr>System architecture</vt:lpstr>
      <vt:lpstr>UML Design summary</vt:lpstr>
      <vt:lpstr>UML Design summary</vt:lpstr>
      <vt:lpstr>PowerPoint Presentation</vt:lpstr>
      <vt:lpstr>Technical Core components</vt:lpstr>
      <vt:lpstr>Key algorithm</vt:lpstr>
      <vt:lpstr>Key algorithm</vt:lpstr>
      <vt:lpstr>Security features</vt:lpstr>
      <vt:lpstr>Testing and deployment plan</vt:lpstr>
      <vt:lpstr>Performance targets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Igwe Chijioke</dc:creator>
  <cp:lastModifiedBy>Igwe Chijioke</cp:lastModifiedBy>
  <cp:revision>1</cp:revision>
  <dcterms:created xsi:type="dcterms:W3CDTF">2026-05-21T10:57:31Z</dcterms:created>
  <dcterms:modified xsi:type="dcterms:W3CDTF">2026-05-21T20:44:53Z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